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Data Structures? 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Data structures help Python organize information neatly</a:t>
            </a:r>
          </a:p>
          <a:p>
            <a:pPr>
              <a:defRPr sz="2400"/>
            </a:pPr>
            <a:r>
              <a:t>Different types for different jobs:</a:t>
            </a:r>
          </a:p>
          <a:p>
            <a:pPr>
              <a:defRPr sz="2400"/>
            </a:pPr>
            <a:r>
              <a:t>List: like a shopping list 🛒</a:t>
            </a:r>
          </a:p>
          <a:p>
            <a:pPr>
              <a:defRPr sz="2400"/>
            </a:pPr>
            <a:r>
              <a:t>Tuple: like a locked list 🔒</a:t>
            </a:r>
          </a:p>
          <a:p>
            <a:pPr>
              <a:defRPr sz="2400"/>
            </a:pPr>
            <a:r>
              <a:t>Dictionary: like a labeled box 📦</a:t>
            </a:r>
          </a:p>
          <a:p>
            <a:pPr>
              <a:defRPr sz="2400"/>
            </a:pPr>
            <a:r>
              <a:t>Set: a bag of unique items 🎁</a:t>
            </a:r>
          </a:p>
          <a:p>
            <a:pPr>
              <a:defRPr sz="2400"/>
            </a:pPr>
            <a:r>
              <a:t>Visuals: shopping cart, locked chest, labeled box, toy bag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with Lists 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Lists hold items in order</a:t>
            </a:r>
          </a:p>
          <a:p>
            <a:pPr>
              <a:defRPr sz="2400"/>
            </a:pPr>
            <a:r>
              <a:t>You can change, add, and remove things</a:t>
            </a:r>
          </a:p>
          <a:p>
            <a:pPr>
              <a:defRPr sz="2400"/>
            </a:pPr>
            <a:r>
              <a:t>Example:</a:t>
            </a:r>
          </a:p>
          <a:p>
            <a:pPr>
              <a:defRPr sz="2400"/>
            </a:pPr>
            <a:r>
              <a:t>fruits = ["apple", "banana", "cherry"]</a:t>
            </a:r>
          </a:p>
          <a:p>
            <a:pPr>
              <a:defRPr sz="2400"/>
            </a:pPr>
            <a:r>
              <a:t>print(fruits[0])  # prints apple</a:t>
            </a:r>
          </a:p>
          <a:p>
            <a:pPr>
              <a:defRPr sz="2400"/>
            </a:pPr>
            <a:r>
              <a:t>fruits.append("mango")</a:t>
            </a:r>
          </a:p>
          <a:p>
            <a:pPr>
              <a:defRPr sz="2400"/>
            </a:pPr>
            <a:r>
              <a:t>Visuals: fruits in a list, arrow adding mango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with Tuples 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Tuples are like lists but cannot change</a:t>
            </a:r>
          </a:p>
          <a:p>
            <a:pPr>
              <a:defRPr sz="2400"/>
            </a:pPr>
            <a:r>
              <a:t>Great for fixed data (coordinates, colors)</a:t>
            </a:r>
          </a:p>
          <a:p>
            <a:pPr>
              <a:defRPr sz="2400"/>
            </a:pPr>
            <a:r>
              <a:t>Example:</a:t>
            </a:r>
          </a:p>
          <a:p>
            <a:pPr>
              <a:defRPr sz="2400"/>
            </a:pPr>
            <a:r>
              <a:t>coordinates = (10, 20)</a:t>
            </a:r>
          </a:p>
          <a:p>
            <a:pPr>
              <a:defRPr sz="2400"/>
            </a:pPr>
            <a:r>
              <a:t>print(coordinates[1])  # prints 20</a:t>
            </a:r>
          </a:p>
          <a:p>
            <a:pPr>
              <a:defRPr sz="2400"/>
            </a:pPr>
            <a:r>
              <a:t>Visuals: map pins locked in place, lock icon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with Dictionaries 🏷️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Dictionaries store pairs (like a word and its meaning)</a:t>
            </a:r>
          </a:p>
          <a:p>
            <a:pPr>
              <a:defRPr sz="2400"/>
            </a:pPr>
            <a:r>
              <a:t>Use keys to get values</a:t>
            </a:r>
          </a:p>
          <a:p>
            <a:pPr>
              <a:defRPr sz="2400"/>
            </a:pPr>
            <a:r>
              <a:t>Example:</a:t>
            </a:r>
          </a:p>
          <a:p>
            <a:pPr>
              <a:defRPr sz="2400"/>
            </a:pPr>
            <a:r>
              <a:t>student = {"name": "Lily", "age": 10}</a:t>
            </a:r>
          </a:p>
          <a:p>
            <a:pPr>
              <a:defRPr sz="2400"/>
            </a:pPr>
            <a:r>
              <a:t>print(student["name"])</a:t>
            </a:r>
          </a:p>
          <a:p>
            <a:pPr>
              <a:defRPr sz="2400"/>
            </a:pPr>
            <a:r>
              <a:t>Visuals: dictionary book, notebook with arrows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with Sets 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Sets store unique items</a:t>
            </a:r>
          </a:p>
          <a:p>
            <a:pPr>
              <a:defRPr sz="2400"/>
            </a:pPr>
            <a:r>
              <a:t>Good for removing duplicates</a:t>
            </a:r>
          </a:p>
          <a:p>
            <a:pPr>
              <a:defRPr sz="2400"/>
            </a:pPr>
            <a:r>
              <a:t>Example:</a:t>
            </a:r>
          </a:p>
          <a:p>
            <a:pPr>
              <a:defRPr sz="2400"/>
            </a:pPr>
            <a:r>
              <a:t>colors = {"red", "blue", "green", "red"}</a:t>
            </a:r>
          </a:p>
          <a:p>
            <a:pPr>
              <a:defRPr sz="2400"/>
            </a:pPr>
            <a:r>
              <a:t>print(colors)  # prints each color only once</a:t>
            </a:r>
          </a:p>
          <a:p>
            <a:pPr>
              <a:defRPr sz="2400"/>
            </a:pPr>
            <a:r>
              <a:t>Visuals: bag with unique toys, duplicates disappearing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Time! ✏️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Make a list of your favorite animals 🐶🐱🐰</a:t>
            </a:r>
          </a:p>
          <a:p>
            <a:pPr>
              <a:defRPr sz="2400"/>
            </a:pPr>
            <a:r>
              <a:t>Create a tuple of your shoe sizes 👟</a:t>
            </a:r>
          </a:p>
          <a:p>
            <a:pPr>
              <a:defRPr sz="2400"/>
            </a:pPr>
            <a:r>
              <a:t>Build a dictionary of fruits and their colors 🍎=red, 🍌=yellow</a:t>
            </a:r>
          </a:p>
          <a:p>
            <a:pPr>
              <a:defRPr sz="2400"/>
            </a:pPr>
            <a:r>
              <a:t>Create a set of numbers with duplicates and see what happens 🔢</a:t>
            </a:r>
          </a:p>
          <a:p>
            <a:pPr>
              <a:defRPr sz="2400"/>
            </a:pPr>
            <a:r>
              <a:t>Visuals: checklist, animals in a list, shoe icons, numbers crossed 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