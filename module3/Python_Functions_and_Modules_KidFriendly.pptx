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Functions?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 function is like a magic button that does a job when you press it!</a:t>
            </a:r>
          </a:p>
          <a:p>
            <a:pPr>
              <a:defRPr sz="2400"/>
            </a:pPr>
            <a:r>
              <a:t>Use def to create one</a:t>
            </a:r>
          </a:p>
          <a:p>
            <a:pPr>
              <a:defRPr sz="2400"/>
            </a:pPr>
            <a:r>
              <a:t>Give it a name and instructions</a:t>
            </a:r>
          </a:p>
          <a:p>
            <a:pPr>
              <a:defRPr sz="2400"/>
            </a:pPr>
            <a:r>
              <a:t>Example 1: def greet(name): print('Hi, ' + name + '!')</a:t>
            </a:r>
          </a:p>
          <a:p>
            <a:pPr>
              <a:defRPr sz="2400"/>
            </a:pPr>
            <a:r>
              <a:t>Example 2: def add_numbers(a,b): return a+b</a:t>
            </a:r>
          </a:p>
          <a:p>
            <a:pPr>
              <a:defRPr sz="2400"/>
            </a:pPr>
            <a:r>
              <a:t>Images: button 🖲️, robot 🤖, lightbulb 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with Functions 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Write a function that says good morning 🌞</a:t>
            </a:r>
          </a:p>
          <a:p>
            <a:pPr>
              <a:defRPr sz="2400"/>
            </a:pPr>
            <a:r>
              <a:t>Make a function that adds two numbers ➕</a:t>
            </a:r>
          </a:p>
          <a:p>
            <a:pPr>
              <a:defRPr sz="2400"/>
            </a:pPr>
            <a:r>
              <a:t>Create a function that tells you if a number is even or odd 🔢</a:t>
            </a:r>
          </a:p>
          <a:p>
            <a:pPr>
              <a:defRPr sz="2400"/>
            </a:pPr>
            <a:r>
              <a:t>Create a function that repeats a word multiple times 🔁</a:t>
            </a:r>
          </a:p>
          <a:p>
            <a:pPr>
              <a:defRPr sz="2400"/>
            </a:pPr>
            <a:r>
              <a:t>Example: repeat_word('Wow!',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Modules? 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 module is like a box of ready-made tools 🧰</a:t>
            </a:r>
          </a:p>
          <a:p>
            <a:pPr>
              <a:defRPr sz="2400"/>
            </a:pPr>
            <a:r>
              <a:t>Bring them into your code using import</a:t>
            </a:r>
          </a:p>
          <a:p>
            <a:pPr>
              <a:defRPr sz="2400"/>
            </a:pPr>
            <a:r>
              <a:t>Example: import math, print(math.sqrt(16))</a:t>
            </a:r>
          </a:p>
          <a:p>
            <a:pPr>
              <a:defRPr sz="2400"/>
            </a:pPr>
            <a:r>
              <a:t>Example: import random, print(random.randint(1,10))</a:t>
            </a:r>
          </a:p>
          <a:p>
            <a:pPr>
              <a:defRPr sz="2400"/>
            </a:pPr>
            <a:r>
              <a:t>Images: tools 🛠️, book 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with Modules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Use math module to calculate a square root 🔢</a:t>
            </a:r>
          </a:p>
          <a:p>
            <a:pPr>
              <a:defRPr sz="2400"/>
            </a:pPr>
            <a:r>
              <a:t>Use random module to pick a random number 🎲</a:t>
            </a:r>
          </a:p>
          <a:p>
            <a:pPr>
              <a:defRPr sz="2400"/>
            </a:pPr>
            <a:r>
              <a:t>Try datetime module 📅</a:t>
            </a:r>
          </a:p>
          <a:p>
            <a:pPr>
              <a:defRPr sz="2400"/>
            </a:pPr>
            <a:r>
              <a:t>Use time module to wait ⏱️</a:t>
            </a:r>
          </a:p>
          <a:p>
            <a:pPr>
              <a:defRPr sz="2400"/>
            </a:pPr>
            <a:r>
              <a:t>Example: time.sleep(2) then print('Go!')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