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0"/>
    <p:restoredTop sz="94638"/>
  </p:normalViewPr>
  <p:slideViewPr>
    <p:cSldViewPr snapToGrid="0">
      <p:cViewPr>
        <p:scale>
          <a:sx n="130" d="100"/>
          <a:sy n="13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89EB29-0173-4B5D-A60E-9690AE41249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5735BC5-CEF2-4B48-9B6E-CE041A68506C}">
      <dgm:prSet/>
      <dgm:spPr/>
      <dgm:t>
        <a:bodyPr/>
        <a:lstStyle/>
        <a:p>
          <a:r>
            <a:rPr lang="en-US" dirty="0"/>
            <a:t>How to store game data (lists) </a:t>
          </a:r>
        </a:p>
      </dgm:t>
    </dgm:pt>
    <dgm:pt modelId="{053D10E7-F6F4-4B25-AC81-3AEC2128E8F5}" type="parTrans" cxnId="{76ED0C5D-BC6C-4D94-99D8-3FF0AAA6BDB4}">
      <dgm:prSet/>
      <dgm:spPr/>
      <dgm:t>
        <a:bodyPr/>
        <a:lstStyle/>
        <a:p>
          <a:endParaRPr lang="en-US"/>
        </a:p>
      </dgm:t>
    </dgm:pt>
    <dgm:pt modelId="{E3CD5706-7303-4C00-8254-31178232E38E}" type="sibTrans" cxnId="{76ED0C5D-BC6C-4D94-99D8-3FF0AAA6BDB4}">
      <dgm:prSet/>
      <dgm:spPr/>
      <dgm:t>
        <a:bodyPr/>
        <a:lstStyle/>
        <a:p>
          <a:endParaRPr lang="en-US"/>
        </a:p>
      </dgm:t>
    </dgm:pt>
    <dgm:pt modelId="{1EEAE306-F9B9-4364-990B-2A77A4444F21}">
      <dgm:prSet/>
      <dgm:spPr/>
      <dgm:t>
        <a:bodyPr/>
        <a:lstStyle/>
        <a:p>
          <a:r>
            <a:rPr lang="en-US" dirty="0"/>
            <a:t>How to repeat actions (loops) </a:t>
          </a:r>
        </a:p>
      </dgm:t>
    </dgm:pt>
    <dgm:pt modelId="{6515358F-A39C-4731-AE0D-792CC786F2C2}" type="parTrans" cxnId="{457643FB-9C2F-4830-A0A8-797269227C14}">
      <dgm:prSet/>
      <dgm:spPr/>
      <dgm:t>
        <a:bodyPr/>
        <a:lstStyle/>
        <a:p>
          <a:endParaRPr lang="en-US"/>
        </a:p>
      </dgm:t>
    </dgm:pt>
    <dgm:pt modelId="{9BEB2725-57B2-4675-A833-86F49F7C0CAA}" type="sibTrans" cxnId="{457643FB-9C2F-4830-A0A8-797269227C14}">
      <dgm:prSet/>
      <dgm:spPr/>
      <dgm:t>
        <a:bodyPr/>
        <a:lstStyle/>
        <a:p>
          <a:endParaRPr lang="en-US"/>
        </a:p>
      </dgm:t>
    </dgm:pt>
    <dgm:pt modelId="{F98DFF93-7EDE-4F20-8C3B-663560E80681}">
      <dgm:prSet/>
      <dgm:spPr/>
      <dgm:t>
        <a:bodyPr/>
        <a:lstStyle/>
        <a:p>
          <a:r>
            <a:rPr lang="en-US" dirty="0"/>
            <a:t>How to organize code (functions)</a:t>
          </a:r>
        </a:p>
      </dgm:t>
    </dgm:pt>
    <dgm:pt modelId="{48BEDFF3-2DAA-4A64-BA83-241F81952C64}" type="parTrans" cxnId="{EA24ADE9-A239-4CFD-9D96-58B81B6FECBD}">
      <dgm:prSet/>
      <dgm:spPr/>
      <dgm:t>
        <a:bodyPr/>
        <a:lstStyle/>
        <a:p>
          <a:endParaRPr lang="en-US"/>
        </a:p>
      </dgm:t>
    </dgm:pt>
    <dgm:pt modelId="{22427396-8C9E-42F9-8DAA-66FD0323E91B}" type="sibTrans" cxnId="{EA24ADE9-A239-4CFD-9D96-58B81B6FECBD}">
      <dgm:prSet/>
      <dgm:spPr/>
      <dgm:t>
        <a:bodyPr/>
        <a:lstStyle/>
        <a:p>
          <a:endParaRPr lang="en-US"/>
        </a:p>
      </dgm:t>
    </dgm:pt>
    <dgm:pt modelId="{35FEABCB-D232-4450-A21F-84C028288693}">
      <dgm:prSet/>
      <dgm:spPr/>
      <dgm:t>
        <a:bodyPr/>
        <a:lstStyle/>
        <a:p>
          <a:r>
            <a:rPr lang="en-US" dirty="0"/>
            <a:t>How to get user input</a:t>
          </a:r>
        </a:p>
      </dgm:t>
    </dgm:pt>
    <dgm:pt modelId="{98E21BCC-5061-441E-8E97-08A80FD3846D}" type="parTrans" cxnId="{10324EFB-2482-40E2-BA42-36634B414B7E}">
      <dgm:prSet/>
      <dgm:spPr/>
      <dgm:t>
        <a:bodyPr/>
        <a:lstStyle/>
        <a:p>
          <a:endParaRPr lang="en-US"/>
        </a:p>
      </dgm:t>
    </dgm:pt>
    <dgm:pt modelId="{6F553BFB-7E5E-4B9F-9328-3F3094B56E83}" type="sibTrans" cxnId="{10324EFB-2482-40E2-BA42-36634B414B7E}">
      <dgm:prSet/>
      <dgm:spPr/>
      <dgm:t>
        <a:bodyPr/>
        <a:lstStyle/>
        <a:p>
          <a:endParaRPr lang="en-US"/>
        </a:p>
      </dgm:t>
    </dgm:pt>
    <dgm:pt modelId="{93354FF0-09FD-40AC-97F1-60E5C46CF5F6}">
      <dgm:prSet/>
      <dgm:spPr/>
      <dgm:t>
        <a:bodyPr/>
        <a:lstStyle/>
        <a:p>
          <a:r>
            <a:rPr lang="en-US" dirty="0"/>
            <a:t>How to check if someone won</a:t>
          </a:r>
        </a:p>
      </dgm:t>
    </dgm:pt>
    <dgm:pt modelId="{8B9DA5CA-E5DC-4301-ABC2-972D1C1CBC2E}" type="parTrans" cxnId="{9D37337A-B307-4C14-9270-093E7C171D82}">
      <dgm:prSet/>
      <dgm:spPr/>
      <dgm:t>
        <a:bodyPr/>
        <a:lstStyle/>
        <a:p>
          <a:endParaRPr lang="en-US"/>
        </a:p>
      </dgm:t>
    </dgm:pt>
    <dgm:pt modelId="{D24E0F11-C63E-4520-B2A1-C627AF8D8B77}" type="sibTrans" cxnId="{9D37337A-B307-4C14-9270-093E7C171D82}">
      <dgm:prSet/>
      <dgm:spPr/>
      <dgm:t>
        <a:bodyPr/>
        <a:lstStyle/>
        <a:p>
          <a:endParaRPr lang="en-US"/>
        </a:p>
      </dgm:t>
    </dgm:pt>
    <dgm:pt modelId="{D51CE168-F5AA-D24E-841A-799A18291A5A}" type="pres">
      <dgm:prSet presAssocID="{0C89EB29-0173-4B5D-A60E-9690AE41249E}" presName="linear" presStyleCnt="0">
        <dgm:presLayoutVars>
          <dgm:animLvl val="lvl"/>
          <dgm:resizeHandles val="exact"/>
        </dgm:presLayoutVars>
      </dgm:prSet>
      <dgm:spPr/>
    </dgm:pt>
    <dgm:pt modelId="{B3C32CFE-7B18-E243-8470-3E3F5AD31657}" type="pres">
      <dgm:prSet presAssocID="{85735BC5-CEF2-4B48-9B6E-CE041A68506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2DFA74E-F503-7549-B07B-F75CED10DDBF}" type="pres">
      <dgm:prSet presAssocID="{E3CD5706-7303-4C00-8254-31178232E38E}" presName="spacer" presStyleCnt="0"/>
      <dgm:spPr/>
    </dgm:pt>
    <dgm:pt modelId="{7CEB632E-738B-5544-A8EC-644E45DD295C}" type="pres">
      <dgm:prSet presAssocID="{1EEAE306-F9B9-4364-990B-2A77A4444F2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FA6AB40-9EDF-5E47-A810-6C63BD119665}" type="pres">
      <dgm:prSet presAssocID="{9BEB2725-57B2-4675-A833-86F49F7C0CAA}" presName="spacer" presStyleCnt="0"/>
      <dgm:spPr/>
    </dgm:pt>
    <dgm:pt modelId="{C4CEDD05-B32D-8A4D-980E-A7BE21AC023F}" type="pres">
      <dgm:prSet presAssocID="{F98DFF93-7EDE-4F20-8C3B-663560E8068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96B9509-BCEF-F348-A4D1-763B186163B4}" type="pres">
      <dgm:prSet presAssocID="{22427396-8C9E-42F9-8DAA-66FD0323E91B}" presName="spacer" presStyleCnt="0"/>
      <dgm:spPr/>
    </dgm:pt>
    <dgm:pt modelId="{DCF4FF54-3E52-1B43-B127-1FF69226AEC3}" type="pres">
      <dgm:prSet presAssocID="{35FEABCB-D232-4450-A21F-84C02828869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BB37397-DEB9-6148-A13E-372B6FFD5697}" type="pres">
      <dgm:prSet presAssocID="{6F553BFB-7E5E-4B9F-9328-3F3094B56E83}" presName="spacer" presStyleCnt="0"/>
      <dgm:spPr/>
    </dgm:pt>
    <dgm:pt modelId="{913C584D-BD21-1A43-9DF8-2E52F445DE37}" type="pres">
      <dgm:prSet presAssocID="{93354FF0-09FD-40AC-97F1-60E5C46CF5F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D0D0D1B-BD26-3A48-B4CB-B0D8EAF95291}" type="presOf" srcId="{93354FF0-09FD-40AC-97F1-60E5C46CF5F6}" destId="{913C584D-BD21-1A43-9DF8-2E52F445DE37}" srcOrd="0" destOrd="0" presId="urn:microsoft.com/office/officeart/2005/8/layout/vList2"/>
    <dgm:cxn modelId="{078E5D2B-B305-AA4B-93DD-12DEC273F671}" type="presOf" srcId="{F98DFF93-7EDE-4F20-8C3B-663560E80681}" destId="{C4CEDD05-B32D-8A4D-980E-A7BE21AC023F}" srcOrd="0" destOrd="0" presId="urn:microsoft.com/office/officeart/2005/8/layout/vList2"/>
    <dgm:cxn modelId="{B8BEB42E-5504-9C42-B31F-65527C60D03B}" type="presOf" srcId="{1EEAE306-F9B9-4364-990B-2A77A4444F21}" destId="{7CEB632E-738B-5544-A8EC-644E45DD295C}" srcOrd="0" destOrd="0" presId="urn:microsoft.com/office/officeart/2005/8/layout/vList2"/>
    <dgm:cxn modelId="{76ED0C5D-BC6C-4D94-99D8-3FF0AAA6BDB4}" srcId="{0C89EB29-0173-4B5D-A60E-9690AE41249E}" destId="{85735BC5-CEF2-4B48-9B6E-CE041A68506C}" srcOrd="0" destOrd="0" parTransId="{053D10E7-F6F4-4B25-AC81-3AEC2128E8F5}" sibTransId="{E3CD5706-7303-4C00-8254-31178232E38E}"/>
    <dgm:cxn modelId="{9D37337A-B307-4C14-9270-093E7C171D82}" srcId="{0C89EB29-0173-4B5D-A60E-9690AE41249E}" destId="{93354FF0-09FD-40AC-97F1-60E5C46CF5F6}" srcOrd="4" destOrd="0" parTransId="{8B9DA5CA-E5DC-4301-ABC2-972D1C1CBC2E}" sibTransId="{D24E0F11-C63E-4520-B2A1-C627AF8D8B77}"/>
    <dgm:cxn modelId="{4D3ADDAE-F130-304B-973A-1608FF7DAE9A}" type="presOf" srcId="{0C89EB29-0173-4B5D-A60E-9690AE41249E}" destId="{D51CE168-F5AA-D24E-841A-799A18291A5A}" srcOrd="0" destOrd="0" presId="urn:microsoft.com/office/officeart/2005/8/layout/vList2"/>
    <dgm:cxn modelId="{502FD4CB-8160-5642-9A5F-BEC8F7683303}" type="presOf" srcId="{35FEABCB-D232-4450-A21F-84C028288693}" destId="{DCF4FF54-3E52-1B43-B127-1FF69226AEC3}" srcOrd="0" destOrd="0" presId="urn:microsoft.com/office/officeart/2005/8/layout/vList2"/>
    <dgm:cxn modelId="{1705EED5-FBBC-EE40-8A73-1885819A4288}" type="presOf" srcId="{85735BC5-CEF2-4B48-9B6E-CE041A68506C}" destId="{B3C32CFE-7B18-E243-8470-3E3F5AD31657}" srcOrd="0" destOrd="0" presId="urn:microsoft.com/office/officeart/2005/8/layout/vList2"/>
    <dgm:cxn modelId="{EA24ADE9-A239-4CFD-9D96-58B81B6FECBD}" srcId="{0C89EB29-0173-4B5D-A60E-9690AE41249E}" destId="{F98DFF93-7EDE-4F20-8C3B-663560E80681}" srcOrd="2" destOrd="0" parTransId="{48BEDFF3-2DAA-4A64-BA83-241F81952C64}" sibTransId="{22427396-8C9E-42F9-8DAA-66FD0323E91B}"/>
    <dgm:cxn modelId="{457643FB-9C2F-4830-A0A8-797269227C14}" srcId="{0C89EB29-0173-4B5D-A60E-9690AE41249E}" destId="{1EEAE306-F9B9-4364-990B-2A77A4444F21}" srcOrd="1" destOrd="0" parTransId="{6515358F-A39C-4731-AE0D-792CC786F2C2}" sibTransId="{9BEB2725-57B2-4675-A833-86F49F7C0CAA}"/>
    <dgm:cxn modelId="{10324EFB-2482-40E2-BA42-36634B414B7E}" srcId="{0C89EB29-0173-4B5D-A60E-9690AE41249E}" destId="{35FEABCB-D232-4450-A21F-84C028288693}" srcOrd="3" destOrd="0" parTransId="{98E21BCC-5061-441E-8E97-08A80FD3846D}" sibTransId="{6F553BFB-7E5E-4B9F-9328-3F3094B56E83}"/>
    <dgm:cxn modelId="{C092ACC1-AA08-3241-B666-E05B89079D9C}" type="presParOf" srcId="{D51CE168-F5AA-D24E-841A-799A18291A5A}" destId="{B3C32CFE-7B18-E243-8470-3E3F5AD31657}" srcOrd="0" destOrd="0" presId="urn:microsoft.com/office/officeart/2005/8/layout/vList2"/>
    <dgm:cxn modelId="{6DEEA6BD-1358-374F-9022-652C4A691AC9}" type="presParOf" srcId="{D51CE168-F5AA-D24E-841A-799A18291A5A}" destId="{B2DFA74E-F503-7549-B07B-F75CED10DDBF}" srcOrd="1" destOrd="0" presId="urn:microsoft.com/office/officeart/2005/8/layout/vList2"/>
    <dgm:cxn modelId="{15DFCE20-542C-4D42-B370-E57C45491319}" type="presParOf" srcId="{D51CE168-F5AA-D24E-841A-799A18291A5A}" destId="{7CEB632E-738B-5544-A8EC-644E45DD295C}" srcOrd="2" destOrd="0" presId="urn:microsoft.com/office/officeart/2005/8/layout/vList2"/>
    <dgm:cxn modelId="{552F148B-3AFF-774C-B4E7-86C15973B7FD}" type="presParOf" srcId="{D51CE168-F5AA-D24E-841A-799A18291A5A}" destId="{FFA6AB40-9EDF-5E47-A810-6C63BD119665}" srcOrd="3" destOrd="0" presId="urn:microsoft.com/office/officeart/2005/8/layout/vList2"/>
    <dgm:cxn modelId="{ACC224B8-D21D-9B4D-892D-4E6C9121023B}" type="presParOf" srcId="{D51CE168-F5AA-D24E-841A-799A18291A5A}" destId="{C4CEDD05-B32D-8A4D-980E-A7BE21AC023F}" srcOrd="4" destOrd="0" presId="urn:microsoft.com/office/officeart/2005/8/layout/vList2"/>
    <dgm:cxn modelId="{5408BEE3-B68B-FC44-B26C-3015AA89562A}" type="presParOf" srcId="{D51CE168-F5AA-D24E-841A-799A18291A5A}" destId="{896B9509-BCEF-F348-A4D1-763B186163B4}" srcOrd="5" destOrd="0" presId="urn:microsoft.com/office/officeart/2005/8/layout/vList2"/>
    <dgm:cxn modelId="{0A49022A-7323-6149-847C-464B65EEEA41}" type="presParOf" srcId="{D51CE168-F5AA-D24E-841A-799A18291A5A}" destId="{DCF4FF54-3E52-1B43-B127-1FF69226AEC3}" srcOrd="6" destOrd="0" presId="urn:microsoft.com/office/officeart/2005/8/layout/vList2"/>
    <dgm:cxn modelId="{8758DC6F-119F-BB4A-82F3-9AA442C000BC}" type="presParOf" srcId="{D51CE168-F5AA-D24E-841A-799A18291A5A}" destId="{ABB37397-DEB9-6148-A13E-372B6FFD5697}" srcOrd="7" destOrd="0" presId="urn:microsoft.com/office/officeart/2005/8/layout/vList2"/>
    <dgm:cxn modelId="{7467B9AC-8D84-0A4B-A598-D4B1D845328A}" type="presParOf" srcId="{D51CE168-F5AA-D24E-841A-799A18291A5A}" destId="{913C584D-BD21-1A43-9DF8-2E52F445DE3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C8C9F3-895D-402B-8F64-3BB47A006AD6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6579F7-C47B-4D15-9454-AD873F1419C8}">
      <dgm:prSet/>
      <dgm:spPr/>
      <dgm:t>
        <a:bodyPr/>
        <a:lstStyle/>
        <a:p>
          <a:r>
            <a:rPr lang="en-US" dirty="0"/>
            <a:t>board = [] creates an empty list </a:t>
          </a:r>
        </a:p>
      </dgm:t>
    </dgm:pt>
    <dgm:pt modelId="{6CAA3E5A-6D66-4F81-A611-837C52442DF4}" type="parTrans" cxnId="{4DD3F601-ACD2-4039-B22F-829B300F143B}">
      <dgm:prSet/>
      <dgm:spPr/>
      <dgm:t>
        <a:bodyPr/>
        <a:lstStyle/>
        <a:p>
          <a:endParaRPr lang="en-US"/>
        </a:p>
      </dgm:t>
    </dgm:pt>
    <dgm:pt modelId="{516A02D5-CD93-4E36-81F0-623029F3FF55}" type="sibTrans" cxnId="{4DD3F601-ACD2-4039-B22F-829B300F143B}">
      <dgm:prSet/>
      <dgm:spPr/>
      <dgm:t>
        <a:bodyPr/>
        <a:lstStyle/>
        <a:p>
          <a:endParaRPr lang="en-US"/>
        </a:p>
      </dgm:t>
    </dgm:pt>
    <dgm:pt modelId="{F890B055-B72B-4428-8341-6998F73F9F43}">
      <dgm:prSet/>
      <dgm:spPr/>
      <dgm:t>
        <a:bodyPr/>
        <a:lstStyle/>
        <a:p>
          <a:r>
            <a:rPr lang="en-US" dirty="0"/>
            <a:t>range(6) counts from 0 to 5 (6 rows total) </a:t>
          </a:r>
        </a:p>
      </dgm:t>
    </dgm:pt>
    <dgm:pt modelId="{C5954196-687F-48D7-98FD-DA99DDA4F49B}" type="parTrans" cxnId="{AF5376D6-B69D-496B-A508-6266D24C844F}">
      <dgm:prSet/>
      <dgm:spPr/>
      <dgm:t>
        <a:bodyPr/>
        <a:lstStyle/>
        <a:p>
          <a:endParaRPr lang="en-US"/>
        </a:p>
      </dgm:t>
    </dgm:pt>
    <dgm:pt modelId="{56AE865E-E608-49A9-B387-9EFADA9B0B79}" type="sibTrans" cxnId="{AF5376D6-B69D-496B-A508-6266D24C844F}">
      <dgm:prSet/>
      <dgm:spPr/>
      <dgm:t>
        <a:bodyPr/>
        <a:lstStyle/>
        <a:p>
          <a:endParaRPr lang="en-US"/>
        </a:p>
      </dgm:t>
    </dgm:pt>
    <dgm:pt modelId="{B51726DE-A60E-4356-B0A3-60C26E3E8807}">
      <dgm:prSet/>
      <dgm:spPr/>
      <dgm:t>
        <a:bodyPr/>
        <a:lstStyle/>
        <a:p>
          <a:r>
            <a:rPr lang="en-US" dirty="0"/>
            <a:t>[' '] * 7 creates a list with 7 empty spaces </a:t>
          </a:r>
        </a:p>
      </dgm:t>
    </dgm:pt>
    <dgm:pt modelId="{9A05B3FB-9319-40A9-844A-5D6AD3186278}" type="parTrans" cxnId="{A08AA870-3013-4227-96FF-09B801D51838}">
      <dgm:prSet/>
      <dgm:spPr/>
      <dgm:t>
        <a:bodyPr/>
        <a:lstStyle/>
        <a:p>
          <a:endParaRPr lang="en-US"/>
        </a:p>
      </dgm:t>
    </dgm:pt>
    <dgm:pt modelId="{53090364-A74B-4987-AEDD-AEEF65382661}" type="sibTrans" cxnId="{A08AA870-3013-4227-96FF-09B801D51838}">
      <dgm:prSet/>
      <dgm:spPr/>
      <dgm:t>
        <a:bodyPr/>
        <a:lstStyle/>
        <a:p>
          <a:endParaRPr lang="en-US"/>
        </a:p>
      </dgm:t>
    </dgm:pt>
    <dgm:pt modelId="{70509411-20BE-46EE-B672-75F5CCBA7255}">
      <dgm:prSet/>
      <dgm:spPr/>
      <dgm:t>
        <a:bodyPr/>
        <a:lstStyle/>
        <a:p>
          <a:r>
            <a:rPr lang="en-US" dirty="0" err="1"/>
            <a:t>board.append</a:t>
          </a:r>
          <a:r>
            <a:rPr lang="en-US" dirty="0"/>
            <a:t>() adds each row to our board</a:t>
          </a:r>
        </a:p>
      </dgm:t>
    </dgm:pt>
    <dgm:pt modelId="{72B921B9-5C4F-426B-B65C-8E48D5227F30}" type="parTrans" cxnId="{C41B1DDC-3CE2-4C71-8E24-F3B53DC5EB17}">
      <dgm:prSet/>
      <dgm:spPr/>
      <dgm:t>
        <a:bodyPr/>
        <a:lstStyle/>
        <a:p>
          <a:endParaRPr lang="en-US"/>
        </a:p>
      </dgm:t>
    </dgm:pt>
    <dgm:pt modelId="{B363F8ED-036A-4090-B5AC-EFA8764C6115}" type="sibTrans" cxnId="{C41B1DDC-3CE2-4C71-8E24-F3B53DC5EB17}">
      <dgm:prSet/>
      <dgm:spPr/>
      <dgm:t>
        <a:bodyPr/>
        <a:lstStyle/>
        <a:p>
          <a:endParaRPr lang="en-US"/>
        </a:p>
      </dgm:t>
    </dgm:pt>
    <dgm:pt modelId="{97D1AAE9-7F47-1E4C-B34B-79F7D9CEA330}" type="pres">
      <dgm:prSet presAssocID="{69C8C9F3-895D-402B-8F64-3BB47A006AD6}" presName="vert0" presStyleCnt="0">
        <dgm:presLayoutVars>
          <dgm:dir/>
          <dgm:animOne val="branch"/>
          <dgm:animLvl val="lvl"/>
        </dgm:presLayoutVars>
      </dgm:prSet>
      <dgm:spPr/>
    </dgm:pt>
    <dgm:pt modelId="{2B03C5FC-9A69-314D-9F8A-E74132C1ACC8}" type="pres">
      <dgm:prSet presAssocID="{FD6579F7-C47B-4D15-9454-AD873F1419C8}" presName="thickLine" presStyleLbl="alignNode1" presStyleIdx="0" presStyleCnt="4"/>
      <dgm:spPr/>
    </dgm:pt>
    <dgm:pt modelId="{B52A0C6A-7BC0-F24B-9773-4817EE3EF3D0}" type="pres">
      <dgm:prSet presAssocID="{FD6579F7-C47B-4D15-9454-AD873F1419C8}" presName="horz1" presStyleCnt="0"/>
      <dgm:spPr/>
    </dgm:pt>
    <dgm:pt modelId="{1A6695B6-B3ED-4146-A5D4-A44C5273D3B0}" type="pres">
      <dgm:prSet presAssocID="{FD6579F7-C47B-4D15-9454-AD873F1419C8}" presName="tx1" presStyleLbl="revTx" presStyleIdx="0" presStyleCnt="4"/>
      <dgm:spPr/>
    </dgm:pt>
    <dgm:pt modelId="{B1FBC3C0-DE0A-6F45-8E50-EA55D682FE62}" type="pres">
      <dgm:prSet presAssocID="{FD6579F7-C47B-4D15-9454-AD873F1419C8}" presName="vert1" presStyleCnt="0"/>
      <dgm:spPr/>
    </dgm:pt>
    <dgm:pt modelId="{6C9C9BFF-B8D0-2247-BF51-D3600B9F2304}" type="pres">
      <dgm:prSet presAssocID="{F890B055-B72B-4428-8341-6998F73F9F43}" presName="thickLine" presStyleLbl="alignNode1" presStyleIdx="1" presStyleCnt="4"/>
      <dgm:spPr/>
    </dgm:pt>
    <dgm:pt modelId="{BD691D76-697C-CE49-8312-05377CC10FC2}" type="pres">
      <dgm:prSet presAssocID="{F890B055-B72B-4428-8341-6998F73F9F43}" presName="horz1" presStyleCnt="0"/>
      <dgm:spPr/>
    </dgm:pt>
    <dgm:pt modelId="{68D85435-EF86-C548-A751-6C9AFA8EE9B7}" type="pres">
      <dgm:prSet presAssocID="{F890B055-B72B-4428-8341-6998F73F9F43}" presName="tx1" presStyleLbl="revTx" presStyleIdx="1" presStyleCnt="4"/>
      <dgm:spPr/>
    </dgm:pt>
    <dgm:pt modelId="{8C06BDB7-2914-8A41-8041-09945C8909D3}" type="pres">
      <dgm:prSet presAssocID="{F890B055-B72B-4428-8341-6998F73F9F43}" presName="vert1" presStyleCnt="0"/>
      <dgm:spPr/>
    </dgm:pt>
    <dgm:pt modelId="{D5BB7E27-841A-7446-A7CB-C7303A36D81F}" type="pres">
      <dgm:prSet presAssocID="{B51726DE-A60E-4356-B0A3-60C26E3E8807}" presName="thickLine" presStyleLbl="alignNode1" presStyleIdx="2" presStyleCnt="4"/>
      <dgm:spPr/>
    </dgm:pt>
    <dgm:pt modelId="{5337531D-AC69-F340-82D9-637A28A0BCCB}" type="pres">
      <dgm:prSet presAssocID="{B51726DE-A60E-4356-B0A3-60C26E3E8807}" presName="horz1" presStyleCnt="0"/>
      <dgm:spPr/>
    </dgm:pt>
    <dgm:pt modelId="{56E85725-FCBA-B241-A50E-20BD7D362575}" type="pres">
      <dgm:prSet presAssocID="{B51726DE-A60E-4356-B0A3-60C26E3E8807}" presName="tx1" presStyleLbl="revTx" presStyleIdx="2" presStyleCnt="4"/>
      <dgm:spPr/>
    </dgm:pt>
    <dgm:pt modelId="{61A9D186-9048-F14C-BD0F-C1EEBA966D75}" type="pres">
      <dgm:prSet presAssocID="{B51726DE-A60E-4356-B0A3-60C26E3E8807}" presName="vert1" presStyleCnt="0"/>
      <dgm:spPr/>
    </dgm:pt>
    <dgm:pt modelId="{019573BA-EB11-194B-A9C5-B6C631032F71}" type="pres">
      <dgm:prSet presAssocID="{70509411-20BE-46EE-B672-75F5CCBA7255}" presName="thickLine" presStyleLbl="alignNode1" presStyleIdx="3" presStyleCnt="4"/>
      <dgm:spPr/>
    </dgm:pt>
    <dgm:pt modelId="{0AF4C56B-F5CC-A544-8E8A-046B5C39DD7B}" type="pres">
      <dgm:prSet presAssocID="{70509411-20BE-46EE-B672-75F5CCBA7255}" presName="horz1" presStyleCnt="0"/>
      <dgm:spPr/>
    </dgm:pt>
    <dgm:pt modelId="{06D5DD41-4DD2-6942-B352-4960C4DC65B8}" type="pres">
      <dgm:prSet presAssocID="{70509411-20BE-46EE-B672-75F5CCBA7255}" presName="tx1" presStyleLbl="revTx" presStyleIdx="3" presStyleCnt="4"/>
      <dgm:spPr/>
    </dgm:pt>
    <dgm:pt modelId="{045CC059-BFA0-E14D-8EF5-A11A211273BA}" type="pres">
      <dgm:prSet presAssocID="{70509411-20BE-46EE-B672-75F5CCBA7255}" presName="vert1" presStyleCnt="0"/>
      <dgm:spPr/>
    </dgm:pt>
  </dgm:ptLst>
  <dgm:cxnLst>
    <dgm:cxn modelId="{4DD3F601-ACD2-4039-B22F-829B300F143B}" srcId="{69C8C9F3-895D-402B-8F64-3BB47A006AD6}" destId="{FD6579F7-C47B-4D15-9454-AD873F1419C8}" srcOrd="0" destOrd="0" parTransId="{6CAA3E5A-6D66-4F81-A611-837C52442DF4}" sibTransId="{516A02D5-CD93-4E36-81F0-623029F3FF55}"/>
    <dgm:cxn modelId="{A08AA870-3013-4227-96FF-09B801D51838}" srcId="{69C8C9F3-895D-402B-8F64-3BB47A006AD6}" destId="{B51726DE-A60E-4356-B0A3-60C26E3E8807}" srcOrd="2" destOrd="0" parTransId="{9A05B3FB-9319-40A9-844A-5D6AD3186278}" sibTransId="{53090364-A74B-4987-AEDD-AEEF65382661}"/>
    <dgm:cxn modelId="{4B14E98F-A24F-0A47-AAC5-1B14B3249F77}" type="presOf" srcId="{70509411-20BE-46EE-B672-75F5CCBA7255}" destId="{06D5DD41-4DD2-6942-B352-4960C4DC65B8}" srcOrd="0" destOrd="0" presId="urn:microsoft.com/office/officeart/2008/layout/LinedList"/>
    <dgm:cxn modelId="{E5EBA2C1-1ED4-8B42-A298-08E13991FE26}" type="presOf" srcId="{FD6579F7-C47B-4D15-9454-AD873F1419C8}" destId="{1A6695B6-B3ED-4146-A5D4-A44C5273D3B0}" srcOrd="0" destOrd="0" presId="urn:microsoft.com/office/officeart/2008/layout/LinedList"/>
    <dgm:cxn modelId="{D3A720CA-F18D-A140-8168-7329C706CBC1}" type="presOf" srcId="{F890B055-B72B-4428-8341-6998F73F9F43}" destId="{68D85435-EF86-C548-A751-6C9AFA8EE9B7}" srcOrd="0" destOrd="0" presId="urn:microsoft.com/office/officeart/2008/layout/LinedList"/>
    <dgm:cxn modelId="{69F5F2CF-E9A0-7142-848B-B1889B77241A}" type="presOf" srcId="{69C8C9F3-895D-402B-8F64-3BB47A006AD6}" destId="{97D1AAE9-7F47-1E4C-B34B-79F7D9CEA330}" srcOrd="0" destOrd="0" presId="urn:microsoft.com/office/officeart/2008/layout/LinedList"/>
    <dgm:cxn modelId="{AF5376D6-B69D-496B-A508-6266D24C844F}" srcId="{69C8C9F3-895D-402B-8F64-3BB47A006AD6}" destId="{F890B055-B72B-4428-8341-6998F73F9F43}" srcOrd="1" destOrd="0" parTransId="{C5954196-687F-48D7-98FD-DA99DDA4F49B}" sibTransId="{56AE865E-E608-49A9-B387-9EFADA9B0B79}"/>
    <dgm:cxn modelId="{C41B1DDC-3CE2-4C71-8E24-F3B53DC5EB17}" srcId="{69C8C9F3-895D-402B-8F64-3BB47A006AD6}" destId="{70509411-20BE-46EE-B672-75F5CCBA7255}" srcOrd="3" destOrd="0" parTransId="{72B921B9-5C4F-426B-B65C-8E48D5227F30}" sibTransId="{B363F8ED-036A-4090-B5AC-EFA8764C6115}"/>
    <dgm:cxn modelId="{22A66BE8-90B5-B64A-BBA8-4BEFF87C300C}" type="presOf" srcId="{B51726DE-A60E-4356-B0A3-60C26E3E8807}" destId="{56E85725-FCBA-B241-A50E-20BD7D362575}" srcOrd="0" destOrd="0" presId="urn:microsoft.com/office/officeart/2008/layout/LinedList"/>
    <dgm:cxn modelId="{7383190F-8B9B-DE42-88AE-E38C21AE9693}" type="presParOf" srcId="{97D1AAE9-7F47-1E4C-B34B-79F7D9CEA330}" destId="{2B03C5FC-9A69-314D-9F8A-E74132C1ACC8}" srcOrd="0" destOrd="0" presId="urn:microsoft.com/office/officeart/2008/layout/LinedList"/>
    <dgm:cxn modelId="{B78C4ECE-FFC5-114E-B1EE-587F829A7F84}" type="presParOf" srcId="{97D1AAE9-7F47-1E4C-B34B-79F7D9CEA330}" destId="{B52A0C6A-7BC0-F24B-9773-4817EE3EF3D0}" srcOrd="1" destOrd="0" presId="urn:microsoft.com/office/officeart/2008/layout/LinedList"/>
    <dgm:cxn modelId="{82C49082-A9B9-5744-B363-06351144BB6D}" type="presParOf" srcId="{B52A0C6A-7BC0-F24B-9773-4817EE3EF3D0}" destId="{1A6695B6-B3ED-4146-A5D4-A44C5273D3B0}" srcOrd="0" destOrd="0" presId="urn:microsoft.com/office/officeart/2008/layout/LinedList"/>
    <dgm:cxn modelId="{5CA1E783-A81F-D543-A497-5529ED21009A}" type="presParOf" srcId="{B52A0C6A-7BC0-F24B-9773-4817EE3EF3D0}" destId="{B1FBC3C0-DE0A-6F45-8E50-EA55D682FE62}" srcOrd="1" destOrd="0" presId="urn:microsoft.com/office/officeart/2008/layout/LinedList"/>
    <dgm:cxn modelId="{FC2E5487-38F8-A144-B595-22EF0219CD71}" type="presParOf" srcId="{97D1AAE9-7F47-1E4C-B34B-79F7D9CEA330}" destId="{6C9C9BFF-B8D0-2247-BF51-D3600B9F2304}" srcOrd="2" destOrd="0" presId="urn:microsoft.com/office/officeart/2008/layout/LinedList"/>
    <dgm:cxn modelId="{D57AF3E4-7A3B-BE44-A05B-DA70FE994730}" type="presParOf" srcId="{97D1AAE9-7F47-1E4C-B34B-79F7D9CEA330}" destId="{BD691D76-697C-CE49-8312-05377CC10FC2}" srcOrd="3" destOrd="0" presId="urn:microsoft.com/office/officeart/2008/layout/LinedList"/>
    <dgm:cxn modelId="{641F1AD4-288A-7543-9707-516F44B1EEF4}" type="presParOf" srcId="{BD691D76-697C-CE49-8312-05377CC10FC2}" destId="{68D85435-EF86-C548-A751-6C9AFA8EE9B7}" srcOrd="0" destOrd="0" presId="urn:microsoft.com/office/officeart/2008/layout/LinedList"/>
    <dgm:cxn modelId="{6691E34D-9339-2244-9953-F902E9782C2D}" type="presParOf" srcId="{BD691D76-697C-CE49-8312-05377CC10FC2}" destId="{8C06BDB7-2914-8A41-8041-09945C8909D3}" srcOrd="1" destOrd="0" presId="urn:microsoft.com/office/officeart/2008/layout/LinedList"/>
    <dgm:cxn modelId="{F8A11076-EE1D-8741-8756-303A5626C259}" type="presParOf" srcId="{97D1AAE9-7F47-1E4C-B34B-79F7D9CEA330}" destId="{D5BB7E27-841A-7446-A7CB-C7303A36D81F}" srcOrd="4" destOrd="0" presId="urn:microsoft.com/office/officeart/2008/layout/LinedList"/>
    <dgm:cxn modelId="{13F230DB-E652-274D-A4FD-CF3CD80A8828}" type="presParOf" srcId="{97D1AAE9-7F47-1E4C-B34B-79F7D9CEA330}" destId="{5337531D-AC69-F340-82D9-637A28A0BCCB}" srcOrd="5" destOrd="0" presId="urn:microsoft.com/office/officeart/2008/layout/LinedList"/>
    <dgm:cxn modelId="{EEC60F7B-1891-BA46-BEA6-D6FCE63EBE47}" type="presParOf" srcId="{5337531D-AC69-F340-82D9-637A28A0BCCB}" destId="{56E85725-FCBA-B241-A50E-20BD7D362575}" srcOrd="0" destOrd="0" presId="urn:microsoft.com/office/officeart/2008/layout/LinedList"/>
    <dgm:cxn modelId="{1C865F6C-0993-2C4D-B205-36E0CF11DE9E}" type="presParOf" srcId="{5337531D-AC69-F340-82D9-637A28A0BCCB}" destId="{61A9D186-9048-F14C-BD0F-C1EEBA966D75}" srcOrd="1" destOrd="0" presId="urn:microsoft.com/office/officeart/2008/layout/LinedList"/>
    <dgm:cxn modelId="{5EFF33BA-916C-BF49-B7ED-15B175B8EE59}" type="presParOf" srcId="{97D1AAE9-7F47-1E4C-B34B-79F7D9CEA330}" destId="{019573BA-EB11-194B-A9C5-B6C631032F71}" srcOrd="6" destOrd="0" presId="urn:microsoft.com/office/officeart/2008/layout/LinedList"/>
    <dgm:cxn modelId="{D285E4D1-09B8-B643-9092-A6C429F2F5DE}" type="presParOf" srcId="{97D1AAE9-7F47-1E4C-B34B-79F7D9CEA330}" destId="{0AF4C56B-F5CC-A544-8E8A-046B5C39DD7B}" srcOrd="7" destOrd="0" presId="urn:microsoft.com/office/officeart/2008/layout/LinedList"/>
    <dgm:cxn modelId="{93890D2F-2EF1-CC49-A3B5-7AE4B167EAF0}" type="presParOf" srcId="{0AF4C56B-F5CC-A544-8E8A-046B5C39DD7B}" destId="{06D5DD41-4DD2-6942-B352-4960C4DC65B8}" srcOrd="0" destOrd="0" presId="urn:microsoft.com/office/officeart/2008/layout/LinedList"/>
    <dgm:cxn modelId="{B24BC8A9-DFB1-954B-94A1-6F7C54F8C8B5}" type="presParOf" srcId="{0AF4C56B-F5CC-A544-8E8A-046B5C39DD7B}" destId="{045CC059-BFA0-E14D-8EF5-A11A211273B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9C3C7A-9D60-45ED-B8E2-4C6B0EA7C6F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0A8BBBB-A5F2-44DF-9FF8-25EBD2FF2D10}">
      <dgm:prSet/>
      <dgm:spPr/>
      <dgm:t>
        <a:bodyPr/>
        <a:lstStyle/>
        <a:p>
          <a:r>
            <a:rPr lang="en-US" dirty="0"/>
            <a:t>"-" * 13 repeats the dash 13 times</a:t>
          </a:r>
        </a:p>
      </dgm:t>
    </dgm:pt>
    <dgm:pt modelId="{A24C76E4-DEDC-42F7-80E8-F0D62AC06607}" type="parTrans" cxnId="{85C8E0BF-F716-4116-BB4F-354223176F01}">
      <dgm:prSet/>
      <dgm:spPr/>
      <dgm:t>
        <a:bodyPr/>
        <a:lstStyle/>
        <a:p>
          <a:endParaRPr lang="en-US"/>
        </a:p>
      </dgm:t>
    </dgm:pt>
    <dgm:pt modelId="{91F43EDC-496A-4CEC-A400-2D0D3C886C03}" type="sibTrans" cxnId="{85C8E0BF-F716-4116-BB4F-354223176F01}">
      <dgm:prSet/>
      <dgm:spPr/>
      <dgm:t>
        <a:bodyPr/>
        <a:lstStyle/>
        <a:p>
          <a:endParaRPr lang="en-US"/>
        </a:p>
      </dgm:t>
    </dgm:pt>
    <dgm:pt modelId="{DAC0ABC5-3B05-4D95-8E92-C5CBB06B870A}">
      <dgm:prSet/>
      <dgm:spPr/>
      <dgm:t>
        <a:bodyPr/>
        <a:lstStyle/>
        <a:p>
          <a:r>
            <a:rPr lang="en-US" dirty="0"/>
            <a:t>" ".join(row) puts spaces between each piece</a:t>
          </a:r>
        </a:p>
      </dgm:t>
    </dgm:pt>
    <dgm:pt modelId="{9949C34A-E1B4-4866-AC61-E1FC98724A91}" type="parTrans" cxnId="{CE57684F-9E99-49BB-A89A-C38E2C297CE6}">
      <dgm:prSet/>
      <dgm:spPr/>
      <dgm:t>
        <a:bodyPr/>
        <a:lstStyle/>
        <a:p>
          <a:endParaRPr lang="en-US"/>
        </a:p>
      </dgm:t>
    </dgm:pt>
    <dgm:pt modelId="{B8DE2AF0-BB29-4CC9-AC29-33756F237CB1}" type="sibTrans" cxnId="{CE57684F-9E99-49BB-A89A-C38E2C297CE6}">
      <dgm:prSet/>
      <dgm:spPr/>
      <dgm:t>
        <a:bodyPr/>
        <a:lstStyle/>
        <a:p>
          <a:endParaRPr lang="en-US"/>
        </a:p>
      </dgm:t>
    </dgm:pt>
    <dgm:pt modelId="{57C07C3C-3AAE-490B-9FA3-B9B45C8165C8}">
      <dgm:prSet/>
      <dgm:spPr/>
      <dgm:t>
        <a:bodyPr/>
        <a:lstStyle/>
        <a:p>
          <a:r>
            <a:rPr lang="en-US" dirty="0"/>
            <a:t>\n makes a new line</a:t>
          </a:r>
        </a:p>
      </dgm:t>
    </dgm:pt>
    <dgm:pt modelId="{C1E130F7-9E3C-4DEE-8793-B98299F35A2A}" type="parTrans" cxnId="{44EE8910-DBF5-4652-B3B7-B2858B201CBD}">
      <dgm:prSet/>
      <dgm:spPr/>
      <dgm:t>
        <a:bodyPr/>
        <a:lstStyle/>
        <a:p>
          <a:endParaRPr lang="en-US"/>
        </a:p>
      </dgm:t>
    </dgm:pt>
    <dgm:pt modelId="{88ABC22C-DC12-4FC4-A877-81E679D05478}" type="sibTrans" cxnId="{44EE8910-DBF5-4652-B3B7-B2858B201CBD}">
      <dgm:prSet/>
      <dgm:spPr/>
      <dgm:t>
        <a:bodyPr/>
        <a:lstStyle/>
        <a:p>
          <a:endParaRPr lang="en-US"/>
        </a:p>
      </dgm:t>
    </dgm:pt>
    <dgm:pt modelId="{F1D8CD52-026D-42F2-8E0E-6BEEB52143D9}">
      <dgm:prSet/>
      <dgm:spPr/>
      <dgm:t>
        <a:bodyPr/>
        <a:lstStyle/>
        <a:p>
          <a:r>
            <a:rPr lang="en-US" b="1" dirty="0"/>
            <a:t>Activity:</a:t>
          </a:r>
          <a:r>
            <a:rPr lang="en-US" dirty="0"/>
            <a:t> Run just this part and see what it prints!</a:t>
          </a:r>
        </a:p>
      </dgm:t>
    </dgm:pt>
    <dgm:pt modelId="{FB624357-EE0E-4B2D-A942-0193D7733015}" type="parTrans" cxnId="{1F8016B4-7E75-4AFB-AC2A-5C6AC6FB7F99}">
      <dgm:prSet/>
      <dgm:spPr/>
      <dgm:t>
        <a:bodyPr/>
        <a:lstStyle/>
        <a:p>
          <a:endParaRPr lang="en-US"/>
        </a:p>
      </dgm:t>
    </dgm:pt>
    <dgm:pt modelId="{6F2798FF-80FA-487E-90E8-2C46E17B706B}" type="sibTrans" cxnId="{1F8016B4-7E75-4AFB-AC2A-5C6AC6FB7F99}">
      <dgm:prSet/>
      <dgm:spPr/>
      <dgm:t>
        <a:bodyPr/>
        <a:lstStyle/>
        <a:p>
          <a:endParaRPr lang="en-US"/>
        </a:p>
      </dgm:t>
    </dgm:pt>
    <dgm:pt modelId="{5ED67889-2F4D-BD46-9D04-7094363C11C9}" type="pres">
      <dgm:prSet presAssocID="{D49C3C7A-9D60-45ED-B8E2-4C6B0EA7C6FE}" presName="vert0" presStyleCnt="0">
        <dgm:presLayoutVars>
          <dgm:dir/>
          <dgm:animOne val="branch"/>
          <dgm:animLvl val="lvl"/>
        </dgm:presLayoutVars>
      </dgm:prSet>
      <dgm:spPr/>
    </dgm:pt>
    <dgm:pt modelId="{1FE92B2E-434B-A440-998D-1F911F27092E}" type="pres">
      <dgm:prSet presAssocID="{30A8BBBB-A5F2-44DF-9FF8-25EBD2FF2D10}" presName="thickLine" presStyleLbl="alignNode1" presStyleIdx="0" presStyleCnt="4"/>
      <dgm:spPr/>
    </dgm:pt>
    <dgm:pt modelId="{06C74AC4-295A-AD47-8FF2-7187A8F6C7E5}" type="pres">
      <dgm:prSet presAssocID="{30A8BBBB-A5F2-44DF-9FF8-25EBD2FF2D10}" presName="horz1" presStyleCnt="0"/>
      <dgm:spPr/>
    </dgm:pt>
    <dgm:pt modelId="{07A73D4F-0D33-134B-B6E9-51272BCD77CA}" type="pres">
      <dgm:prSet presAssocID="{30A8BBBB-A5F2-44DF-9FF8-25EBD2FF2D10}" presName="tx1" presStyleLbl="revTx" presStyleIdx="0" presStyleCnt="4"/>
      <dgm:spPr/>
    </dgm:pt>
    <dgm:pt modelId="{15BB4E9F-CAB2-0F47-B6C0-64690EB874B2}" type="pres">
      <dgm:prSet presAssocID="{30A8BBBB-A5F2-44DF-9FF8-25EBD2FF2D10}" presName="vert1" presStyleCnt="0"/>
      <dgm:spPr/>
    </dgm:pt>
    <dgm:pt modelId="{7783EAAD-1BC5-D345-BF3D-58D19D84FB35}" type="pres">
      <dgm:prSet presAssocID="{DAC0ABC5-3B05-4D95-8E92-C5CBB06B870A}" presName="thickLine" presStyleLbl="alignNode1" presStyleIdx="1" presStyleCnt="4"/>
      <dgm:spPr/>
    </dgm:pt>
    <dgm:pt modelId="{1ADFDB11-D279-3043-A3B9-1FDA71D28ADC}" type="pres">
      <dgm:prSet presAssocID="{DAC0ABC5-3B05-4D95-8E92-C5CBB06B870A}" presName="horz1" presStyleCnt="0"/>
      <dgm:spPr/>
    </dgm:pt>
    <dgm:pt modelId="{C669A8C1-61E7-BD40-B6C9-3D88B780CC94}" type="pres">
      <dgm:prSet presAssocID="{DAC0ABC5-3B05-4D95-8E92-C5CBB06B870A}" presName="tx1" presStyleLbl="revTx" presStyleIdx="1" presStyleCnt="4"/>
      <dgm:spPr/>
    </dgm:pt>
    <dgm:pt modelId="{D69ABAA8-C0B9-BB48-B1E0-166EC7489C9E}" type="pres">
      <dgm:prSet presAssocID="{DAC0ABC5-3B05-4D95-8E92-C5CBB06B870A}" presName="vert1" presStyleCnt="0"/>
      <dgm:spPr/>
    </dgm:pt>
    <dgm:pt modelId="{C3D71FDD-2685-EF45-995D-97833AFB31FE}" type="pres">
      <dgm:prSet presAssocID="{57C07C3C-3AAE-490B-9FA3-B9B45C8165C8}" presName="thickLine" presStyleLbl="alignNode1" presStyleIdx="2" presStyleCnt="4"/>
      <dgm:spPr/>
    </dgm:pt>
    <dgm:pt modelId="{79029616-B70D-EE4E-A8E4-CBEA5AF6FD67}" type="pres">
      <dgm:prSet presAssocID="{57C07C3C-3AAE-490B-9FA3-B9B45C8165C8}" presName="horz1" presStyleCnt="0"/>
      <dgm:spPr/>
    </dgm:pt>
    <dgm:pt modelId="{DB7AD266-BC65-4441-AEAC-296F0C8DF5B7}" type="pres">
      <dgm:prSet presAssocID="{57C07C3C-3AAE-490B-9FA3-B9B45C8165C8}" presName="tx1" presStyleLbl="revTx" presStyleIdx="2" presStyleCnt="4"/>
      <dgm:spPr/>
    </dgm:pt>
    <dgm:pt modelId="{462195A1-AF76-7B44-8C62-09CD76FB06F1}" type="pres">
      <dgm:prSet presAssocID="{57C07C3C-3AAE-490B-9FA3-B9B45C8165C8}" presName="vert1" presStyleCnt="0"/>
      <dgm:spPr/>
    </dgm:pt>
    <dgm:pt modelId="{03737E39-D960-5D4D-8F4B-6D3467C6A568}" type="pres">
      <dgm:prSet presAssocID="{F1D8CD52-026D-42F2-8E0E-6BEEB52143D9}" presName="thickLine" presStyleLbl="alignNode1" presStyleIdx="3" presStyleCnt="4"/>
      <dgm:spPr/>
    </dgm:pt>
    <dgm:pt modelId="{21D2F01F-EC21-FE49-9643-83144B8BAFDB}" type="pres">
      <dgm:prSet presAssocID="{F1D8CD52-026D-42F2-8E0E-6BEEB52143D9}" presName="horz1" presStyleCnt="0"/>
      <dgm:spPr/>
    </dgm:pt>
    <dgm:pt modelId="{95A633D7-FC68-DE48-8FF4-BB9F90170923}" type="pres">
      <dgm:prSet presAssocID="{F1D8CD52-026D-42F2-8E0E-6BEEB52143D9}" presName="tx1" presStyleLbl="revTx" presStyleIdx="3" presStyleCnt="4"/>
      <dgm:spPr/>
    </dgm:pt>
    <dgm:pt modelId="{013936AC-9070-B644-96BC-453BC99DD0B2}" type="pres">
      <dgm:prSet presAssocID="{F1D8CD52-026D-42F2-8E0E-6BEEB52143D9}" presName="vert1" presStyleCnt="0"/>
      <dgm:spPr/>
    </dgm:pt>
  </dgm:ptLst>
  <dgm:cxnLst>
    <dgm:cxn modelId="{44EE8910-DBF5-4652-B3B7-B2858B201CBD}" srcId="{D49C3C7A-9D60-45ED-B8E2-4C6B0EA7C6FE}" destId="{57C07C3C-3AAE-490B-9FA3-B9B45C8165C8}" srcOrd="2" destOrd="0" parTransId="{C1E130F7-9E3C-4DEE-8793-B98299F35A2A}" sibTransId="{88ABC22C-DC12-4FC4-A877-81E679D05478}"/>
    <dgm:cxn modelId="{DBE2FB4A-FB8B-D148-988B-66EF96CE9CD8}" type="presOf" srcId="{DAC0ABC5-3B05-4D95-8E92-C5CBB06B870A}" destId="{C669A8C1-61E7-BD40-B6C9-3D88B780CC94}" srcOrd="0" destOrd="0" presId="urn:microsoft.com/office/officeart/2008/layout/LinedList"/>
    <dgm:cxn modelId="{CE57684F-9E99-49BB-A89A-C38E2C297CE6}" srcId="{D49C3C7A-9D60-45ED-B8E2-4C6B0EA7C6FE}" destId="{DAC0ABC5-3B05-4D95-8E92-C5CBB06B870A}" srcOrd="1" destOrd="0" parTransId="{9949C34A-E1B4-4866-AC61-E1FC98724A91}" sibTransId="{B8DE2AF0-BB29-4CC9-AC29-33756F237CB1}"/>
    <dgm:cxn modelId="{7A23387E-C6BB-AF40-9534-26982C122F1D}" type="presOf" srcId="{57C07C3C-3AAE-490B-9FA3-B9B45C8165C8}" destId="{DB7AD266-BC65-4441-AEAC-296F0C8DF5B7}" srcOrd="0" destOrd="0" presId="urn:microsoft.com/office/officeart/2008/layout/LinedList"/>
    <dgm:cxn modelId="{1F8016B4-7E75-4AFB-AC2A-5C6AC6FB7F99}" srcId="{D49C3C7A-9D60-45ED-B8E2-4C6B0EA7C6FE}" destId="{F1D8CD52-026D-42F2-8E0E-6BEEB52143D9}" srcOrd="3" destOrd="0" parTransId="{FB624357-EE0E-4B2D-A942-0193D7733015}" sibTransId="{6F2798FF-80FA-487E-90E8-2C46E17B706B}"/>
    <dgm:cxn modelId="{85C8E0BF-F716-4116-BB4F-354223176F01}" srcId="{D49C3C7A-9D60-45ED-B8E2-4C6B0EA7C6FE}" destId="{30A8BBBB-A5F2-44DF-9FF8-25EBD2FF2D10}" srcOrd="0" destOrd="0" parTransId="{A24C76E4-DEDC-42F7-80E8-F0D62AC06607}" sibTransId="{91F43EDC-496A-4CEC-A400-2D0D3C886C03}"/>
    <dgm:cxn modelId="{AD44A7C6-D8C8-6D44-BC7A-D7471D181E62}" type="presOf" srcId="{D49C3C7A-9D60-45ED-B8E2-4C6B0EA7C6FE}" destId="{5ED67889-2F4D-BD46-9D04-7094363C11C9}" srcOrd="0" destOrd="0" presId="urn:microsoft.com/office/officeart/2008/layout/LinedList"/>
    <dgm:cxn modelId="{1E8ED5C7-A049-E641-BC49-932037A59961}" type="presOf" srcId="{F1D8CD52-026D-42F2-8E0E-6BEEB52143D9}" destId="{95A633D7-FC68-DE48-8FF4-BB9F90170923}" srcOrd="0" destOrd="0" presId="urn:microsoft.com/office/officeart/2008/layout/LinedList"/>
    <dgm:cxn modelId="{883A7AFF-FE79-5542-926F-5809FCF36E78}" type="presOf" srcId="{30A8BBBB-A5F2-44DF-9FF8-25EBD2FF2D10}" destId="{07A73D4F-0D33-134B-B6E9-51272BCD77CA}" srcOrd="0" destOrd="0" presId="urn:microsoft.com/office/officeart/2008/layout/LinedList"/>
    <dgm:cxn modelId="{CE9DBB9E-A383-4948-8635-9FCB45E97374}" type="presParOf" srcId="{5ED67889-2F4D-BD46-9D04-7094363C11C9}" destId="{1FE92B2E-434B-A440-998D-1F911F27092E}" srcOrd="0" destOrd="0" presId="urn:microsoft.com/office/officeart/2008/layout/LinedList"/>
    <dgm:cxn modelId="{73432E22-1D50-FB46-9254-82BDDA97AE5D}" type="presParOf" srcId="{5ED67889-2F4D-BD46-9D04-7094363C11C9}" destId="{06C74AC4-295A-AD47-8FF2-7187A8F6C7E5}" srcOrd="1" destOrd="0" presId="urn:microsoft.com/office/officeart/2008/layout/LinedList"/>
    <dgm:cxn modelId="{36DAF3B3-5AAD-704F-B69F-86CEB9BFEB69}" type="presParOf" srcId="{06C74AC4-295A-AD47-8FF2-7187A8F6C7E5}" destId="{07A73D4F-0D33-134B-B6E9-51272BCD77CA}" srcOrd="0" destOrd="0" presId="urn:microsoft.com/office/officeart/2008/layout/LinedList"/>
    <dgm:cxn modelId="{2175AFB9-E783-4947-8EF5-1FCB23174395}" type="presParOf" srcId="{06C74AC4-295A-AD47-8FF2-7187A8F6C7E5}" destId="{15BB4E9F-CAB2-0F47-B6C0-64690EB874B2}" srcOrd="1" destOrd="0" presId="urn:microsoft.com/office/officeart/2008/layout/LinedList"/>
    <dgm:cxn modelId="{3A3DA384-124F-6345-8D7F-2F4A3820F26D}" type="presParOf" srcId="{5ED67889-2F4D-BD46-9D04-7094363C11C9}" destId="{7783EAAD-1BC5-D345-BF3D-58D19D84FB35}" srcOrd="2" destOrd="0" presId="urn:microsoft.com/office/officeart/2008/layout/LinedList"/>
    <dgm:cxn modelId="{06C57310-B7E3-7D4A-9445-7C0A7A9F4FF3}" type="presParOf" srcId="{5ED67889-2F4D-BD46-9D04-7094363C11C9}" destId="{1ADFDB11-D279-3043-A3B9-1FDA71D28ADC}" srcOrd="3" destOrd="0" presId="urn:microsoft.com/office/officeart/2008/layout/LinedList"/>
    <dgm:cxn modelId="{E66FA6F7-42B7-3042-A35C-F41C46ACFB55}" type="presParOf" srcId="{1ADFDB11-D279-3043-A3B9-1FDA71D28ADC}" destId="{C669A8C1-61E7-BD40-B6C9-3D88B780CC94}" srcOrd="0" destOrd="0" presId="urn:microsoft.com/office/officeart/2008/layout/LinedList"/>
    <dgm:cxn modelId="{D5E0999B-99E1-0D43-8327-939E9915EA65}" type="presParOf" srcId="{1ADFDB11-D279-3043-A3B9-1FDA71D28ADC}" destId="{D69ABAA8-C0B9-BB48-B1E0-166EC7489C9E}" srcOrd="1" destOrd="0" presId="urn:microsoft.com/office/officeart/2008/layout/LinedList"/>
    <dgm:cxn modelId="{7DC27A0A-3DE2-B142-8C21-D686732AFBEA}" type="presParOf" srcId="{5ED67889-2F4D-BD46-9D04-7094363C11C9}" destId="{C3D71FDD-2685-EF45-995D-97833AFB31FE}" srcOrd="4" destOrd="0" presId="urn:microsoft.com/office/officeart/2008/layout/LinedList"/>
    <dgm:cxn modelId="{915D8C29-EB18-7D46-8B48-F15A5ADB2617}" type="presParOf" srcId="{5ED67889-2F4D-BD46-9D04-7094363C11C9}" destId="{79029616-B70D-EE4E-A8E4-CBEA5AF6FD67}" srcOrd="5" destOrd="0" presId="urn:microsoft.com/office/officeart/2008/layout/LinedList"/>
    <dgm:cxn modelId="{7DC17B83-107F-F34C-931E-BA884A3C7A8A}" type="presParOf" srcId="{79029616-B70D-EE4E-A8E4-CBEA5AF6FD67}" destId="{DB7AD266-BC65-4441-AEAC-296F0C8DF5B7}" srcOrd="0" destOrd="0" presId="urn:microsoft.com/office/officeart/2008/layout/LinedList"/>
    <dgm:cxn modelId="{8599A119-0A44-AD46-B436-B83C9D7CBE77}" type="presParOf" srcId="{79029616-B70D-EE4E-A8E4-CBEA5AF6FD67}" destId="{462195A1-AF76-7B44-8C62-09CD76FB06F1}" srcOrd="1" destOrd="0" presId="urn:microsoft.com/office/officeart/2008/layout/LinedList"/>
    <dgm:cxn modelId="{527EAC52-1E4F-3A42-86ED-EB9C32DDB3A1}" type="presParOf" srcId="{5ED67889-2F4D-BD46-9D04-7094363C11C9}" destId="{03737E39-D960-5D4D-8F4B-6D3467C6A568}" srcOrd="6" destOrd="0" presId="urn:microsoft.com/office/officeart/2008/layout/LinedList"/>
    <dgm:cxn modelId="{096164AF-21F4-1442-B485-245D65BA8B82}" type="presParOf" srcId="{5ED67889-2F4D-BD46-9D04-7094363C11C9}" destId="{21D2F01F-EC21-FE49-9643-83144B8BAFDB}" srcOrd="7" destOrd="0" presId="urn:microsoft.com/office/officeart/2008/layout/LinedList"/>
    <dgm:cxn modelId="{C2F028E8-6807-2C4A-9B53-936FFBB04AE1}" type="presParOf" srcId="{21D2F01F-EC21-FE49-9643-83144B8BAFDB}" destId="{95A633D7-FC68-DE48-8FF4-BB9F90170923}" srcOrd="0" destOrd="0" presId="urn:microsoft.com/office/officeart/2008/layout/LinedList"/>
    <dgm:cxn modelId="{5E7722F8-8B95-6344-8B11-47C65B5E50C2}" type="presParOf" srcId="{21D2F01F-EC21-FE49-9643-83144B8BAFDB}" destId="{013936AC-9070-B644-96BC-453BC99DD0B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3A7589-A121-4B1E-893C-11E0030C991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53CC05-8286-422A-9BDB-7BFE994025FC}">
      <dgm:prSet/>
      <dgm:spPr/>
      <dgm:t>
        <a:bodyPr/>
        <a:lstStyle/>
        <a:p>
          <a:r>
            <a:rPr lang="en-US"/>
            <a:t>Gravity! Pieces fall down in real life</a:t>
          </a:r>
        </a:p>
      </dgm:t>
    </dgm:pt>
    <dgm:pt modelId="{D1BB8DE8-248C-4A8E-B608-A51F9C1DD4F4}" type="parTrans" cxnId="{A42ABE27-97C1-4BC5-A826-D09304C501B6}">
      <dgm:prSet/>
      <dgm:spPr/>
      <dgm:t>
        <a:bodyPr/>
        <a:lstStyle/>
        <a:p>
          <a:endParaRPr lang="en-US"/>
        </a:p>
      </dgm:t>
    </dgm:pt>
    <dgm:pt modelId="{EC867DF5-61BF-410D-B7D0-28C376AAEE4E}" type="sibTrans" cxnId="{A42ABE27-97C1-4BC5-A826-D09304C501B6}">
      <dgm:prSet/>
      <dgm:spPr/>
      <dgm:t>
        <a:bodyPr/>
        <a:lstStyle/>
        <a:p>
          <a:endParaRPr lang="en-US"/>
        </a:p>
      </dgm:t>
    </dgm:pt>
    <dgm:pt modelId="{AC69F57F-D266-4000-80E9-F325D0281594}">
      <dgm:prSet/>
      <dgm:spPr/>
      <dgm:t>
        <a:bodyPr/>
        <a:lstStyle/>
        <a:p>
          <a:r>
            <a:rPr lang="en-US" dirty="0"/>
            <a:t>range(5, -1, -1) counts backwards: 5, 4, 3, 2, 1, 0</a:t>
          </a:r>
        </a:p>
      </dgm:t>
    </dgm:pt>
    <dgm:pt modelId="{AC4A689C-6145-41B5-BA02-057C7499816C}" type="parTrans" cxnId="{D25D5466-00B4-46C8-8CD6-6ADBA08B470A}">
      <dgm:prSet/>
      <dgm:spPr/>
      <dgm:t>
        <a:bodyPr/>
        <a:lstStyle/>
        <a:p>
          <a:endParaRPr lang="en-US"/>
        </a:p>
      </dgm:t>
    </dgm:pt>
    <dgm:pt modelId="{FD2EDB70-6775-47C9-94B2-CAE60C739031}" type="sibTrans" cxnId="{D25D5466-00B4-46C8-8CD6-6ADBA08B470A}">
      <dgm:prSet/>
      <dgm:spPr/>
      <dgm:t>
        <a:bodyPr/>
        <a:lstStyle/>
        <a:p>
          <a:endParaRPr lang="en-US"/>
        </a:p>
      </dgm:t>
    </dgm:pt>
    <dgm:pt modelId="{DA6816E1-4781-4BBC-A944-F2685A6DAE1F}">
      <dgm:prSet/>
      <dgm:spPr/>
      <dgm:t>
        <a:bodyPr/>
        <a:lstStyle/>
        <a:p>
          <a:r>
            <a:rPr lang="en-US" dirty="0"/>
            <a:t>We find the first empty space from the bottom</a:t>
          </a:r>
        </a:p>
      </dgm:t>
    </dgm:pt>
    <dgm:pt modelId="{C396EC95-F53F-45C1-9588-D4B2AF613B3D}" type="parTrans" cxnId="{F1DEAE95-F85B-4823-9A3A-4796ED3478A0}">
      <dgm:prSet/>
      <dgm:spPr/>
      <dgm:t>
        <a:bodyPr/>
        <a:lstStyle/>
        <a:p>
          <a:endParaRPr lang="en-US"/>
        </a:p>
      </dgm:t>
    </dgm:pt>
    <dgm:pt modelId="{277E3D04-B996-420A-B6EF-5523249C768C}" type="sibTrans" cxnId="{F1DEAE95-F85B-4823-9A3A-4796ED3478A0}">
      <dgm:prSet/>
      <dgm:spPr/>
      <dgm:t>
        <a:bodyPr/>
        <a:lstStyle/>
        <a:p>
          <a:endParaRPr lang="en-US"/>
        </a:p>
      </dgm:t>
    </dgm:pt>
    <dgm:pt modelId="{AE58723E-3600-4FB9-9FAD-BB4F05DABB5B}">
      <dgm:prSet/>
      <dgm:spPr/>
      <dgm:t>
        <a:bodyPr/>
        <a:lstStyle/>
        <a:p>
          <a:r>
            <a:rPr lang="en-US" b="1" dirty="0"/>
            <a:t>Question:</a:t>
          </a:r>
          <a:r>
            <a:rPr lang="en-US" dirty="0"/>
            <a:t> What happens if the column is already full?</a:t>
          </a:r>
        </a:p>
      </dgm:t>
    </dgm:pt>
    <dgm:pt modelId="{F4D908DC-B341-4CBD-A2D7-38626E921C59}" type="parTrans" cxnId="{D899361B-E742-4496-9B4B-281BB635A9E6}">
      <dgm:prSet/>
      <dgm:spPr/>
      <dgm:t>
        <a:bodyPr/>
        <a:lstStyle/>
        <a:p>
          <a:endParaRPr lang="en-US"/>
        </a:p>
      </dgm:t>
    </dgm:pt>
    <dgm:pt modelId="{F51F8453-3786-4C89-BC18-EF051193D89C}" type="sibTrans" cxnId="{D899361B-E742-4496-9B4B-281BB635A9E6}">
      <dgm:prSet/>
      <dgm:spPr/>
      <dgm:t>
        <a:bodyPr/>
        <a:lstStyle/>
        <a:p>
          <a:endParaRPr lang="en-US"/>
        </a:p>
      </dgm:t>
    </dgm:pt>
    <dgm:pt modelId="{549F05C4-CB2F-9749-BADD-E96BF80008D4}" type="pres">
      <dgm:prSet presAssocID="{193A7589-A121-4B1E-893C-11E0030C9913}" presName="vert0" presStyleCnt="0">
        <dgm:presLayoutVars>
          <dgm:dir/>
          <dgm:animOne val="branch"/>
          <dgm:animLvl val="lvl"/>
        </dgm:presLayoutVars>
      </dgm:prSet>
      <dgm:spPr/>
    </dgm:pt>
    <dgm:pt modelId="{0A81F786-2A01-A341-93B1-9133BD1C7915}" type="pres">
      <dgm:prSet presAssocID="{CC53CC05-8286-422A-9BDB-7BFE994025FC}" presName="thickLine" presStyleLbl="alignNode1" presStyleIdx="0" presStyleCnt="4"/>
      <dgm:spPr/>
    </dgm:pt>
    <dgm:pt modelId="{BC18558B-0F78-1C45-AC00-7DCDEEF2C054}" type="pres">
      <dgm:prSet presAssocID="{CC53CC05-8286-422A-9BDB-7BFE994025FC}" presName="horz1" presStyleCnt="0"/>
      <dgm:spPr/>
    </dgm:pt>
    <dgm:pt modelId="{DC148D3C-7101-A64A-8F3F-10B3D9D469CA}" type="pres">
      <dgm:prSet presAssocID="{CC53CC05-8286-422A-9BDB-7BFE994025FC}" presName="tx1" presStyleLbl="revTx" presStyleIdx="0" presStyleCnt="4"/>
      <dgm:spPr/>
    </dgm:pt>
    <dgm:pt modelId="{C8CACC5E-548F-CF49-8F27-A68758CD1D72}" type="pres">
      <dgm:prSet presAssocID="{CC53CC05-8286-422A-9BDB-7BFE994025FC}" presName="vert1" presStyleCnt="0"/>
      <dgm:spPr/>
    </dgm:pt>
    <dgm:pt modelId="{0E08AAF7-1368-6A41-90DA-DAB98F118FC2}" type="pres">
      <dgm:prSet presAssocID="{AC69F57F-D266-4000-80E9-F325D0281594}" presName="thickLine" presStyleLbl="alignNode1" presStyleIdx="1" presStyleCnt="4"/>
      <dgm:spPr/>
    </dgm:pt>
    <dgm:pt modelId="{5E506519-5F47-A74F-8D2E-9BCB7EE34542}" type="pres">
      <dgm:prSet presAssocID="{AC69F57F-D266-4000-80E9-F325D0281594}" presName="horz1" presStyleCnt="0"/>
      <dgm:spPr/>
    </dgm:pt>
    <dgm:pt modelId="{59E605F0-D8F6-654A-A98C-5847C8A33869}" type="pres">
      <dgm:prSet presAssocID="{AC69F57F-D266-4000-80E9-F325D0281594}" presName="tx1" presStyleLbl="revTx" presStyleIdx="1" presStyleCnt="4"/>
      <dgm:spPr/>
    </dgm:pt>
    <dgm:pt modelId="{E9F30E6E-3843-5049-9EF0-9EF3B7302144}" type="pres">
      <dgm:prSet presAssocID="{AC69F57F-D266-4000-80E9-F325D0281594}" presName="vert1" presStyleCnt="0"/>
      <dgm:spPr/>
    </dgm:pt>
    <dgm:pt modelId="{33EC429F-53B9-714F-9CEE-7B2CC516E5E4}" type="pres">
      <dgm:prSet presAssocID="{DA6816E1-4781-4BBC-A944-F2685A6DAE1F}" presName="thickLine" presStyleLbl="alignNode1" presStyleIdx="2" presStyleCnt="4"/>
      <dgm:spPr/>
    </dgm:pt>
    <dgm:pt modelId="{2FDAAE39-11DD-6E4A-BC72-9D2A823E40C5}" type="pres">
      <dgm:prSet presAssocID="{DA6816E1-4781-4BBC-A944-F2685A6DAE1F}" presName="horz1" presStyleCnt="0"/>
      <dgm:spPr/>
    </dgm:pt>
    <dgm:pt modelId="{FB360735-063C-7E4C-9A99-CE35B41D9F9B}" type="pres">
      <dgm:prSet presAssocID="{DA6816E1-4781-4BBC-A944-F2685A6DAE1F}" presName="tx1" presStyleLbl="revTx" presStyleIdx="2" presStyleCnt="4"/>
      <dgm:spPr/>
    </dgm:pt>
    <dgm:pt modelId="{9E96FD40-4751-784F-805A-4023924CEE99}" type="pres">
      <dgm:prSet presAssocID="{DA6816E1-4781-4BBC-A944-F2685A6DAE1F}" presName="vert1" presStyleCnt="0"/>
      <dgm:spPr/>
    </dgm:pt>
    <dgm:pt modelId="{C926E6D3-A397-A649-97D3-8FD23460E566}" type="pres">
      <dgm:prSet presAssocID="{AE58723E-3600-4FB9-9FAD-BB4F05DABB5B}" presName="thickLine" presStyleLbl="alignNode1" presStyleIdx="3" presStyleCnt="4"/>
      <dgm:spPr/>
    </dgm:pt>
    <dgm:pt modelId="{A892EED8-EC04-4F4D-823B-7F901CF67780}" type="pres">
      <dgm:prSet presAssocID="{AE58723E-3600-4FB9-9FAD-BB4F05DABB5B}" presName="horz1" presStyleCnt="0"/>
      <dgm:spPr/>
    </dgm:pt>
    <dgm:pt modelId="{6424912F-8991-FA41-A5CC-5E9AA5E8A44C}" type="pres">
      <dgm:prSet presAssocID="{AE58723E-3600-4FB9-9FAD-BB4F05DABB5B}" presName="tx1" presStyleLbl="revTx" presStyleIdx="3" presStyleCnt="4"/>
      <dgm:spPr/>
    </dgm:pt>
    <dgm:pt modelId="{6E929757-58D9-E543-8353-1F3F72E9B91C}" type="pres">
      <dgm:prSet presAssocID="{AE58723E-3600-4FB9-9FAD-BB4F05DABB5B}" presName="vert1" presStyleCnt="0"/>
      <dgm:spPr/>
    </dgm:pt>
  </dgm:ptLst>
  <dgm:cxnLst>
    <dgm:cxn modelId="{82A63E14-28C5-D14A-8E00-250F533A8413}" type="presOf" srcId="{DA6816E1-4781-4BBC-A944-F2685A6DAE1F}" destId="{FB360735-063C-7E4C-9A99-CE35B41D9F9B}" srcOrd="0" destOrd="0" presId="urn:microsoft.com/office/officeart/2008/layout/LinedList"/>
    <dgm:cxn modelId="{D899361B-E742-4496-9B4B-281BB635A9E6}" srcId="{193A7589-A121-4B1E-893C-11E0030C9913}" destId="{AE58723E-3600-4FB9-9FAD-BB4F05DABB5B}" srcOrd="3" destOrd="0" parTransId="{F4D908DC-B341-4CBD-A2D7-38626E921C59}" sibTransId="{F51F8453-3786-4C89-BC18-EF051193D89C}"/>
    <dgm:cxn modelId="{A42ABE27-97C1-4BC5-A826-D09304C501B6}" srcId="{193A7589-A121-4B1E-893C-11E0030C9913}" destId="{CC53CC05-8286-422A-9BDB-7BFE994025FC}" srcOrd="0" destOrd="0" parTransId="{D1BB8DE8-248C-4A8E-B608-A51F9C1DD4F4}" sibTransId="{EC867DF5-61BF-410D-B7D0-28C376AAEE4E}"/>
    <dgm:cxn modelId="{D25D5466-00B4-46C8-8CD6-6ADBA08B470A}" srcId="{193A7589-A121-4B1E-893C-11E0030C9913}" destId="{AC69F57F-D266-4000-80E9-F325D0281594}" srcOrd="1" destOrd="0" parTransId="{AC4A689C-6145-41B5-BA02-057C7499816C}" sibTransId="{FD2EDB70-6775-47C9-94B2-CAE60C739031}"/>
    <dgm:cxn modelId="{21F23385-A3AB-474C-858D-361A5726CAC2}" type="presOf" srcId="{AE58723E-3600-4FB9-9FAD-BB4F05DABB5B}" destId="{6424912F-8991-FA41-A5CC-5E9AA5E8A44C}" srcOrd="0" destOrd="0" presId="urn:microsoft.com/office/officeart/2008/layout/LinedList"/>
    <dgm:cxn modelId="{F1DEAE95-F85B-4823-9A3A-4796ED3478A0}" srcId="{193A7589-A121-4B1E-893C-11E0030C9913}" destId="{DA6816E1-4781-4BBC-A944-F2685A6DAE1F}" srcOrd="2" destOrd="0" parTransId="{C396EC95-F53F-45C1-9588-D4B2AF613B3D}" sibTransId="{277E3D04-B996-420A-B6EF-5523249C768C}"/>
    <dgm:cxn modelId="{38F792B2-E650-EC48-AF56-705ABBD5383A}" type="presOf" srcId="{AC69F57F-D266-4000-80E9-F325D0281594}" destId="{59E605F0-D8F6-654A-A98C-5847C8A33869}" srcOrd="0" destOrd="0" presId="urn:microsoft.com/office/officeart/2008/layout/LinedList"/>
    <dgm:cxn modelId="{9B4F7FB4-96D5-3341-95F7-69E249BC20C5}" type="presOf" srcId="{CC53CC05-8286-422A-9BDB-7BFE994025FC}" destId="{DC148D3C-7101-A64A-8F3F-10B3D9D469CA}" srcOrd="0" destOrd="0" presId="urn:microsoft.com/office/officeart/2008/layout/LinedList"/>
    <dgm:cxn modelId="{77ABC4B6-0C36-7D48-A5C5-AD1E9EEA63AE}" type="presOf" srcId="{193A7589-A121-4B1E-893C-11E0030C9913}" destId="{549F05C4-CB2F-9749-BADD-E96BF80008D4}" srcOrd="0" destOrd="0" presId="urn:microsoft.com/office/officeart/2008/layout/LinedList"/>
    <dgm:cxn modelId="{3626BFAD-6A14-BA4A-90D9-1E3D4ADD6351}" type="presParOf" srcId="{549F05C4-CB2F-9749-BADD-E96BF80008D4}" destId="{0A81F786-2A01-A341-93B1-9133BD1C7915}" srcOrd="0" destOrd="0" presId="urn:microsoft.com/office/officeart/2008/layout/LinedList"/>
    <dgm:cxn modelId="{E120C8DC-C5EC-9C4A-A167-D5A55685C4DE}" type="presParOf" srcId="{549F05C4-CB2F-9749-BADD-E96BF80008D4}" destId="{BC18558B-0F78-1C45-AC00-7DCDEEF2C054}" srcOrd="1" destOrd="0" presId="urn:microsoft.com/office/officeart/2008/layout/LinedList"/>
    <dgm:cxn modelId="{F6F1526F-2029-694D-A713-DDF571D517F0}" type="presParOf" srcId="{BC18558B-0F78-1C45-AC00-7DCDEEF2C054}" destId="{DC148D3C-7101-A64A-8F3F-10B3D9D469CA}" srcOrd="0" destOrd="0" presId="urn:microsoft.com/office/officeart/2008/layout/LinedList"/>
    <dgm:cxn modelId="{A07929D0-74F4-D246-BBF4-75529353233A}" type="presParOf" srcId="{BC18558B-0F78-1C45-AC00-7DCDEEF2C054}" destId="{C8CACC5E-548F-CF49-8F27-A68758CD1D72}" srcOrd="1" destOrd="0" presId="urn:microsoft.com/office/officeart/2008/layout/LinedList"/>
    <dgm:cxn modelId="{4CDDFFCD-E1AB-9D43-B3FB-B4BD573533B3}" type="presParOf" srcId="{549F05C4-CB2F-9749-BADD-E96BF80008D4}" destId="{0E08AAF7-1368-6A41-90DA-DAB98F118FC2}" srcOrd="2" destOrd="0" presId="urn:microsoft.com/office/officeart/2008/layout/LinedList"/>
    <dgm:cxn modelId="{259740EB-89B0-594B-9F54-42BA627F589A}" type="presParOf" srcId="{549F05C4-CB2F-9749-BADD-E96BF80008D4}" destId="{5E506519-5F47-A74F-8D2E-9BCB7EE34542}" srcOrd="3" destOrd="0" presId="urn:microsoft.com/office/officeart/2008/layout/LinedList"/>
    <dgm:cxn modelId="{475C4686-9443-7C4E-8F7E-036785E5C854}" type="presParOf" srcId="{5E506519-5F47-A74F-8D2E-9BCB7EE34542}" destId="{59E605F0-D8F6-654A-A98C-5847C8A33869}" srcOrd="0" destOrd="0" presId="urn:microsoft.com/office/officeart/2008/layout/LinedList"/>
    <dgm:cxn modelId="{CDC94937-5EF0-6247-A2B7-9B661E56A9BC}" type="presParOf" srcId="{5E506519-5F47-A74F-8D2E-9BCB7EE34542}" destId="{E9F30E6E-3843-5049-9EF0-9EF3B7302144}" srcOrd="1" destOrd="0" presId="urn:microsoft.com/office/officeart/2008/layout/LinedList"/>
    <dgm:cxn modelId="{E89CFFED-B18E-C443-821B-16B78618529C}" type="presParOf" srcId="{549F05C4-CB2F-9749-BADD-E96BF80008D4}" destId="{33EC429F-53B9-714F-9CEE-7B2CC516E5E4}" srcOrd="4" destOrd="0" presId="urn:microsoft.com/office/officeart/2008/layout/LinedList"/>
    <dgm:cxn modelId="{FB083EF5-D950-AB41-87B0-F53557EA2606}" type="presParOf" srcId="{549F05C4-CB2F-9749-BADD-E96BF80008D4}" destId="{2FDAAE39-11DD-6E4A-BC72-9D2A823E40C5}" srcOrd="5" destOrd="0" presId="urn:microsoft.com/office/officeart/2008/layout/LinedList"/>
    <dgm:cxn modelId="{2C5B6965-1D50-324B-BFA4-8C67A60B7ECA}" type="presParOf" srcId="{2FDAAE39-11DD-6E4A-BC72-9D2A823E40C5}" destId="{FB360735-063C-7E4C-9A99-CE35B41D9F9B}" srcOrd="0" destOrd="0" presId="urn:microsoft.com/office/officeart/2008/layout/LinedList"/>
    <dgm:cxn modelId="{9C708B34-FACA-F648-B26D-B5C53C8192BC}" type="presParOf" srcId="{2FDAAE39-11DD-6E4A-BC72-9D2A823E40C5}" destId="{9E96FD40-4751-784F-805A-4023924CEE99}" srcOrd="1" destOrd="0" presId="urn:microsoft.com/office/officeart/2008/layout/LinedList"/>
    <dgm:cxn modelId="{01B1F92F-8B94-5A44-8651-D6D690AB028E}" type="presParOf" srcId="{549F05C4-CB2F-9749-BADD-E96BF80008D4}" destId="{C926E6D3-A397-A649-97D3-8FD23460E566}" srcOrd="6" destOrd="0" presId="urn:microsoft.com/office/officeart/2008/layout/LinedList"/>
    <dgm:cxn modelId="{3251D22B-2CA0-594A-9E7C-7BECA9CBEDB5}" type="presParOf" srcId="{549F05C4-CB2F-9749-BADD-E96BF80008D4}" destId="{A892EED8-EC04-4F4D-823B-7F901CF67780}" srcOrd="7" destOrd="0" presId="urn:microsoft.com/office/officeart/2008/layout/LinedList"/>
    <dgm:cxn modelId="{4FD7F102-A5E4-BC43-955D-0D61E30637A4}" type="presParOf" srcId="{A892EED8-EC04-4F4D-823B-7F901CF67780}" destId="{6424912F-8991-FA41-A5CC-5E9AA5E8A44C}" srcOrd="0" destOrd="0" presId="urn:microsoft.com/office/officeart/2008/layout/LinedList"/>
    <dgm:cxn modelId="{C9BE5E7A-DD3D-8C47-8E4C-27F5352361DF}" type="presParOf" srcId="{A892EED8-EC04-4F4D-823B-7F901CF67780}" destId="{6E929757-58D9-E543-8353-1F3F72E9B9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94A4B5-9D18-4A6B-89D5-33E0F898CD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C6441FA-27DB-4546-86BF-2CE3C828A9EE}">
      <dgm:prSet/>
      <dgm:spPr/>
      <dgm:t>
        <a:bodyPr/>
        <a:lstStyle/>
        <a:p>
          <a:r>
            <a:rPr lang="en-US"/>
            <a:t>We only check the first 4 columns (0, 1, 2, 3)</a:t>
          </a:r>
        </a:p>
      </dgm:t>
    </dgm:pt>
    <dgm:pt modelId="{A3206D6A-52A7-4D49-8394-609F2DDE3081}" type="parTrans" cxnId="{93D3D456-41EF-439F-A9BA-F6B086BF5D77}">
      <dgm:prSet/>
      <dgm:spPr/>
      <dgm:t>
        <a:bodyPr/>
        <a:lstStyle/>
        <a:p>
          <a:endParaRPr lang="en-US"/>
        </a:p>
      </dgm:t>
    </dgm:pt>
    <dgm:pt modelId="{C5C28B2A-A911-440D-9072-320B2AFEBE00}" type="sibTrans" cxnId="{93D3D456-41EF-439F-A9BA-F6B086BF5D77}">
      <dgm:prSet/>
      <dgm:spPr/>
      <dgm:t>
        <a:bodyPr/>
        <a:lstStyle/>
        <a:p>
          <a:endParaRPr lang="en-US"/>
        </a:p>
      </dgm:t>
    </dgm:pt>
    <dgm:pt modelId="{0D71987F-B5C6-491E-9F35-17E3595515E0}">
      <dgm:prSet/>
      <dgm:spPr/>
      <dgm:t>
        <a:bodyPr/>
        <a:lstStyle/>
        <a:p>
          <a:r>
            <a:rPr lang="en-US"/>
            <a:t>Why? Because we look 3 spaces ahead (col + 3)</a:t>
          </a:r>
        </a:p>
      </dgm:t>
    </dgm:pt>
    <dgm:pt modelId="{2173FB74-DEBB-4D6E-91A7-5C8E56F53B13}" type="parTrans" cxnId="{6A7A96EA-47B8-49CD-A834-BFC33D05A463}">
      <dgm:prSet/>
      <dgm:spPr/>
      <dgm:t>
        <a:bodyPr/>
        <a:lstStyle/>
        <a:p>
          <a:endParaRPr lang="en-US"/>
        </a:p>
      </dgm:t>
    </dgm:pt>
    <dgm:pt modelId="{117CC1E4-077E-40F8-BDF2-C9510D7FAC82}" type="sibTrans" cxnId="{6A7A96EA-47B8-49CD-A834-BFC33D05A463}">
      <dgm:prSet/>
      <dgm:spPr/>
      <dgm:t>
        <a:bodyPr/>
        <a:lstStyle/>
        <a:p>
          <a:endParaRPr lang="en-US"/>
        </a:p>
      </dgm:t>
    </dgm:pt>
    <dgm:pt modelId="{4E525DCB-6AB7-42BA-8F09-645DDBCD7B02}">
      <dgm:prSet/>
      <dgm:spPr/>
      <dgm:t>
        <a:bodyPr/>
        <a:lstStyle/>
        <a:p>
          <a:r>
            <a:rPr lang="en-US"/>
            <a:t>If we started at column 4, we'd go past the board!</a:t>
          </a:r>
        </a:p>
      </dgm:t>
    </dgm:pt>
    <dgm:pt modelId="{90721948-6209-4986-B80F-6944D4891559}" type="parTrans" cxnId="{79DDC979-E2CA-4322-B8DF-58FEBA07BBE5}">
      <dgm:prSet/>
      <dgm:spPr/>
      <dgm:t>
        <a:bodyPr/>
        <a:lstStyle/>
        <a:p>
          <a:endParaRPr lang="en-US"/>
        </a:p>
      </dgm:t>
    </dgm:pt>
    <dgm:pt modelId="{8D15DB6A-E5CA-4C54-8592-55B118CC2363}" type="sibTrans" cxnId="{79DDC979-E2CA-4322-B8DF-58FEBA07BBE5}">
      <dgm:prSet/>
      <dgm:spPr/>
      <dgm:t>
        <a:bodyPr/>
        <a:lstStyle/>
        <a:p>
          <a:endParaRPr lang="en-US"/>
        </a:p>
      </dgm:t>
    </dgm:pt>
    <dgm:pt modelId="{1FF48D4F-5060-4B07-922A-DD96E1BB6F8D}">
      <dgm:prSet/>
      <dgm:spPr/>
      <dgm:t>
        <a:bodyPr/>
        <a:lstStyle/>
        <a:p>
          <a:r>
            <a:rPr lang="en-US" b="1"/>
            <a:t>Visual:</a:t>
          </a:r>
          <a:r>
            <a:rPr lang="en-US"/>
            <a:t> Draw a row and see why we stop at column 4</a:t>
          </a:r>
        </a:p>
      </dgm:t>
    </dgm:pt>
    <dgm:pt modelId="{71009DFA-6F5A-49F4-A4AE-63285C1F3815}" type="parTrans" cxnId="{3D04DFA2-73AF-40DB-BA03-9D791E859E22}">
      <dgm:prSet/>
      <dgm:spPr/>
      <dgm:t>
        <a:bodyPr/>
        <a:lstStyle/>
        <a:p>
          <a:endParaRPr lang="en-US"/>
        </a:p>
      </dgm:t>
    </dgm:pt>
    <dgm:pt modelId="{98B3AFBE-E9E7-4D70-BA8C-7D86F381FE8F}" type="sibTrans" cxnId="{3D04DFA2-73AF-40DB-BA03-9D791E859E22}">
      <dgm:prSet/>
      <dgm:spPr/>
      <dgm:t>
        <a:bodyPr/>
        <a:lstStyle/>
        <a:p>
          <a:endParaRPr lang="en-US"/>
        </a:p>
      </dgm:t>
    </dgm:pt>
    <dgm:pt modelId="{B03208EF-7A2E-D74D-AD7C-791B401E7721}" type="pres">
      <dgm:prSet presAssocID="{8094A4B5-9D18-4A6B-89D5-33E0F898CDCA}" presName="linear" presStyleCnt="0">
        <dgm:presLayoutVars>
          <dgm:animLvl val="lvl"/>
          <dgm:resizeHandles val="exact"/>
        </dgm:presLayoutVars>
      </dgm:prSet>
      <dgm:spPr/>
    </dgm:pt>
    <dgm:pt modelId="{49F80494-BF9C-9A42-96BD-A29E810161CE}" type="pres">
      <dgm:prSet presAssocID="{7C6441FA-27DB-4546-86BF-2CE3C828A9E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F61E95C-E6CC-4347-AB2F-EEE0D1CAE45D}" type="pres">
      <dgm:prSet presAssocID="{C5C28B2A-A911-440D-9072-320B2AFEBE00}" presName="spacer" presStyleCnt="0"/>
      <dgm:spPr/>
    </dgm:pt>
    <dgm:pt modelId="{ADABE476-C3DF-1740-898C-0BB4EABCD692}" type="pres">
      <dgm:prSet presAssocID="{0D71987F-B5C6-491E-9F35-17E3595515E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DF08687-DFDE-7643-A739-3811EF1481F6}" type="pres">
      <dgm:prSet presAssocID="{117CC1E4-077E-40F8-BDF2-C9510D7FAC82}" presName="spacer" presStyleCnt="0"/>
      <dgm:spPr/>
    </dgm:pt>
    <dgm:pt modelId="{56A1EC2F-14BB-9242-8023-7AD9B907DEBF}" type="pres">
      <dgm:prSet presAssocID="{4E525DCB-6AB7-42BA-8F09-645DDBCD7B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CF48FB5-25B8-D149-AF3F-19A8C66B0536}" type="pres">
      <dgm:prSet presAssocID="{8D15DB6A-E5CA-4C54-8592-55B118CC2363}" presName="spacer" presStyleCnt="0"/>
      <dgm:spPr/>
    </dgm:pt>
    <dgm:pt modelId="{8E6300A6-33B5-FE4B-BA2A-472AEA46F53C}" type="pres">
      <dgm:prSet presAssocID="{1FF48D4F-5060-4B07-922A-DD96E1BB6F8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A4FC0D-935C-D043-AEB6-778550795C1E}" type="presOf" srcId="{8094A4B5-9D18-4A6B-89D5-33E0F898CDCA}" destId="{B03208EF-7A2E-D74D-AD7C-791B401E7721}" srcOrd="0" destOrd="0" presId="urn:microsoft.com/office/officeart/2005/8/layout/vList2"/>
    <dgm:cxn modelId="{F1854140-B995-634D-A52B-5209924B7961}" type="presOf" srcId="{4E525DCB-6AB7-42BA-8F09-645DDBCD7B02}" destId="{56A1EC2F-14BB-9242-8023-7AD9B907DEBF}" srcOrd="0" destOrd="0" presId="urn:microsoft.com/office/officeart/2005/8/layout/vList2"/>
    <dgm:cxn modelId="{93D3D456-41EF-439F-A9BA-F6B086BF5D77}" srcId="{8094A4B5-9D18-4A6B-89D5-33E0F898CDCA}" destId="{7C6441FA-27DB-4546-86BF-2CE3C828A9EE}" srcOrd="0" destOrd="0" parTransId="{A3206D6A-52A7-4D49-8394-609F2DDE3081}" sibTransId="{C5C28B2A-A911-440D-9072-320B2AFEBE00}"/>
    <dgm:cxn modelId="{79DDC979-E2CA-4322-B8DF-58FEBA07BBE5}" srcId="{8094A4B5-9D18-4A6B-89D5-33E0F898CDCA}" destId="{4E525DCB-6AB7-42BA-8F09-645DDBCD7B02}" srcOrd="2" destOrd="0" parTransId="{90721948-6209-4986-B80F-6944D4891559}" sibTransId="{8D15DB6A-E5CA-4C54-8592-55B118CC2363}"/>
    <dgm:cxn modelId="{CFDB2B97-E6D6-F142-BE0D-B121BC88FAB0}" type="presOf" srcId="{1FF48D4F-5060-4B07-922A-DD96E1BB6F8D}" destId="{8E6300A6-33B5-FE4B-BA2A-472AEA46F53C}" srcOrd="0" destOrd="0" presId="urn:microsoft.com/office/officeart/2005/8/layout/vList2"/>
    <dgm:cxn modelId="{BDDB1F9F-0C92-CF46-8B9E-EF58571BE80B}" type="presOf" srcId="{0D71987F-B5C6-491E-9F35-17E3595515E0}" destId="{ADABE476-C3DF-1740-898C-0BB4EABCD692}" srcOrd="0" destOrd="0" presId="urn:microsoft.com/office/officeart/2005/8/layout/vList2"/>
    <dgm:cxn modelId="{3D04DFA2-73AF-40DB-BA03-9D791E859E22}" srcId="{8094A4B5-9D18-4A6B-89D5-33E0F898CDCA}" destId="{1FF48D4F-5060-4B07-922A-DD96E1BB6F8D}" srcOrd="3" destOrd="0" parTransId="{71009DFA-6F5A-49F4-A4AE-63285C1F3815}" sibTransId="{98B3AFBE-E9E7-4D70-BA8C-7D86F381FE8F}"/>
    <dgm:cxn modelId="{8A2816E0-81D7-AC48-B69F-65848DC7185B}" type="presOf" srcId="{7C6441FA-27DB-4546-86BF-2CE3C828A9EE}" destId="{49F80494-BF9C-9A42-96BD-A29E810161CE}" srcOrd="0" destOrd="0" presId="urn:microsoft.com/office/officeart/2005/8/layout/vList2"/>
    <dgm:cxn modelId="{6A7A96EA-47B8-49CD-A834-BFC33D05A463}" srcId="{8094A4B5-9D18-4A6B-89D5-33E0F898CDCA}" destId="{0D71987F-B5C6-491E-9F35-17E3595515E0}" srcOrd="1" destOrd="0" parTransId="{2173FB74-DEBB-4D6E-91A7-5C8E56F53B13}" sibTransId="{117CC1E4-077E-40F8-BDF2-C9510D7FAC82}"/>
    <dgm:cxn modelId="{30CB18EE-49CD-B44D-9B63-41E20B33A638}" type="presParOf" srcId="{B03208EF-7A2E-D74D-AD7C-791B401E7721}" destId="{49F80494-BF9C-9A42-96BD-A29E810161CE}" srcOrd="0" destOrd="0" presId="urn:microsoft.com/office/officeart/2005/8/layout/vList2"/>
    <dgm:cxn modelId="{0DFB04DB-79E2-9D46-9DA3-1CDACEC8CE4D}" type="presParOf" srcId="{B03208EF-7A2E-D74D-AD7C-791B401E7721}" destId="{9F61E95C-E6CC-4347-AB2F-EEE0D1CAE45D}" srcOrd="1" destOrd="0" presId="urn:microsoft.com/office/officeart/2005/8/layout/vList2"/>
    <dgm:cxn modelId="{A676C958-5CC0-2846-8C7C-B64F9A2C5CA9}" type="presParOf" srcId="{B03208EF-7A2E-D74D-AD7C-791B401E7721}" destId="{ADABE476-C3DF-1740-898C-0BB4EABCD692}" srcOrd="2" destOrd="0" presId="urn:microsoft.com/office/officeart/2005/8/layout/vList2"/>
    <dgm:cxn modelId="{88CB1E87-B86F-7440-A803-313C7EE89CB3}" type="presParOf" srcId="{B03208EF-7A2E-D74D-AD7C-791B401E7721}" destId="{7DF08687-DFDE-7643-A739-3811EF1481F6}" srcOrd="3" destOrd="0" presId="urn:microsoft.com/office/officeart/2005/8/layout/vList2"/>
    <dgm:cxn modelId="{BE6E2BB7-9273-E046-B65A-0E5BB4A92BA9}" type="presParOf" srcId="{B03208EF-7A2E-D74D-AD7C-791B401E7721}" destId="{56A1EC2F-14BB-9242-8023-7AD9B907DEBF}" srcOrd="4" destOrd="0" presId="urn:microsoft.com/office/officeart/2005/8/layout/vList2"/>
    <dgm:cxn modelId="{2118940B-E152-054D-AB74-93A6C21C6DA6}" type="presParOf" srcId="{B03208EF-7A2E-D74D-AD7C-791B401E7721}" destId="{4CF48FB5-25B8-D149-AF3F-19A8C66B0536}" srcOrd="5" destOrd="0" presId="urn:microsoft.com/office/officeart/2005/8/layout/vList2"/>
    <dgm:cxn modelId="{623663EF-638F-3949-A02D-406F10D7A6C0}" type="presParOf" srcId="{B03208EF-7A2E-D74D-AD7C-791B401E7721}" destId="{8E6300A6-33B5-FE4B-BA2A-472AEA46F53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17B5E1C-A9C3-4B08-811F-E6AE7598EC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4AAF77C-B556-48FE-B774-26096EE4BAC9}">
      <dgm:prSet/>
      <dgm:spPr/>
      <dgm:t>
        <a:bodyPr/>
        <a:lstStyle/>
        <a:p>
          <a:r>
            <a:rPr lang="en-US"/>
            <a:t>Same idea as horizontal, but we go down instead of right</a:t>
          </a:r>
        </a:p>
      </dgm:t>
    </dgm:pt>
    <dgm:pt modelId="{C4DE2921-103E-4868-8138-0F5DDEEBE985}" type="parTrans" cxnId="{3AD1D66B-00F8-4B61-AABE-D3A0AF705867}">
      <dgm:prSet/>
      <dgm:spPr/>
      <dgm:t>
        <a:bodyPr/>
        <a:lstStyle/>
        <a:p>
          <a:endParaRPr lang="en-US"/>
        </a:p>
      </dgm:t>
    </dgm:pt>
    <dgm:pt modelId="{C0F4A07C-4E92-4E71-A928-A84C63F80EA8}" type="sibTrans" cxnId="{3AD1D66B-00F8-4B61-AABE-D3A0AF705867}">
      <dgm:prSet/>
      <dgm:spPr/>
      <dgm:t>
        <a:bodyPr/>
        <a:lstStyle/>
        <a:p>
          <a:endParaRPr lang="en-US"/>
        </a:p>
      </dgm:t>
    </dgm:pt>
    <dgm:pt modelId="{456CEFB7-0D4C-416A-A435-444C07418649}">
      <dgm:prSet/>
      <dgm:spPr/>
      <dgm:t>
        <a:bodyPr/>
        <a:lstStyle/>
        <a:p>
          <a:r>
            <a:rPr lang="en-US"/>
            <a:t>Only check first 3 rows (why?)</a:t>
          </a:r>
        </a:p>
      </dgm:t>
    </dgm:pt>
    <dgm:pt modelId="{EE38174C-3034-4234-916B-AE7084DC8945}" type="parTrans" cxnId="{DBC8855A-9102-4864-9AC8-985CE3967A6B}">
      <dgm:prSet/>
      <dgm:spPr/>
      <dgm:t>
        <a:bodyPr/>
        <a:lstStyle/>
        <a:p>
          <a:endParaRPr lang="en-US"/>
        </a:p>
      </dgm:t>
    </dgm:pt>
    <dgm:pt modelId="{D33898CA-EF76-4FDB-ADF3-CBB8F594E315}" type="sibTrans" cxnId="{DBC8855A-9102-4864-9AC8-985CE3967A6B}">
      <dgm:prSet/>
      <dgm:spPr/>
      <dgm:t>
        <a:bodyPr/>
        <a:lstStyle/>
        <a:p>
          <a:endParaRPr lang="en-US"/>
        </a:p>
      </dgm:t>
    </dgm:pt>
    <dgm:pt modelId="{17754945-6264-4584-9367-B0796AFBA89A}">
      <dgm:prSet/>
      <dgm:spPr/>
      <dgm:t>
        <a:bodyPr/>
        <a:lstStyle/>
        <a:p>
          <a:r>
            <a:rPr lang="en-US"/>
            <a:t>Look 3 rows down (row + 3)</a:t>
          </a:r>
        </a:p>
      </dgm:t>
    </dgm:pt>
    <dgm:pt modelId="{30640C47-E2AA-40D4-940D-EBD4BF9C2BC2}" type="parTrans" cxnId="{C4E6D4C6-26CB-4251-8D74-D7D6DF996E89}">
      <dgm:prSet/>
      <dgm:spPr/>
      <dgm:t>
        <a:bodyPr/>
        <a:lstStyle/>
        <a:p>
          <a:endParaRPr lang="en-US"/>
        </a:p>
      </dgm:t>
    </dgm:pt>
    <dgm:pt modelId="{4962F941-7C1E-4DE6-9116-4DCB7D3EE56C}" type="sibTrans" cxnId="{C4E6D4C6-26CB-4251-8D74-D7D6DF996E89}">
      <dgm:prSet/>
      <dgm:spPr/>
      <dgm:t>
        <a:bodyPr/>
        <a:lstStyle/>
        <a:p>
          <a:endParaRPr lang="en-US"/>
        </a:p>
      </dgm:t>
    </dgm:pt>
    <dgm:pt modelId="{0FD8F112-8114-4701-AEC6-56635A5832F9}">
      <dgm:prSet/>
      <dgm:spPr/>
      <dgm:t>
        <a:bodyPr/>
        <a:lstStyle/>
        <a:p>
          <a:r>
            <a:rPr lang="en-US" b="1" dirty="0"/>
            <a:t>Challenge:</a:t>
          </a:r>
          <a:r>
            <a:rPr lang="en-US" dirty="0"/>
            <a:t> Can you guess how diagonal checking works?</a:t>
          </a:r>
        </a:p>
      </dgm:t>
    </dgm:pt>
    <dgm:pt modelId="{AAD937B0-C4CD-4ABE-97FB-018E6833B374}" type="parTrans" cxnId="{48F3BEA3-C70A-45FE-8F19-1F43A1FFA1BB}">
      <dgm:prSet/>
      <dgm:spPr/>
      <dgm:t>
        <a:bodyPr/>
        <a:lstStyle/>
        <a:p>
          <a:endParaRPr lang="en-US"/>
        </a:p>
      </dgm:t>
    </dgm:pt>
    <dgm:pt modelId="{A083BEE3-E50E-4EF5-95D9-C24B83A1CEC0}" type="sibTrans" cxnId="{48F3BEA3-C70A-45FE-8F19-1F43A1FFA1BB}">
      <dgm:prSet/>
      <dgm:spPr/>
      <dgm:t>
        <a:bodyPr/>
        <a:lstStyle/>
        <a:p>
          <a:endParaRPr lang="en-US"/>
        </a:p>
      </dgm:t>
    </dgm:pt>
    <dgm:pt modelId="{F7364C9B-E0EE-6248-BFFB-7EF44ADDBE55}" type="pres">
      <dgm:prSet presAssocID="{317B5E1C-A9C3-4B08-811F-E6AE7598EC84}" presName="linear" presStyleCnt="0">
        <dgm:presLayoutVars>
          <dgm:animLvl val="lvl"/>
          <dgm:resizeHandles val="exact"/>
        </dgm:presLayoutVars>
      </dgm:prSet>
      <dgm:spPr/>
    </dgm:pt>
    <dgm:pt modelId="{6E711CCB-A01E-8E49-BE63-B7043EB50127}" type="pres">
      <dgm:prSet presAssocID="{A4AAF77C-B556-48FE-B774-26096EE4BA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8682BD7-4719-2A4C-9286-873288267058}" type="pres">
      <dgm:prSet presAssocID="{C0F4A07C-4E92-4E71-A928-A84C63F80EA8}" presName="spacer" presStyleCnt="0"/>
      <dgm:spPr/>
    </dgm:pt>
    <dgm:pt modelId="{ECDD6CFB-C550-3942-86DB-41672B85FACE}" type="pres">
      <dgm:prSet presAssocID="{456CEFB7-0D4C-416A-A435-444C0741864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11BDC93-5EE6-8A40-9E58-681E4E2C82BA}" type="pres">
      <dgm:prSet presAssocID="{D33898CA-EF76-4FDB-ADF3-CBB8F594E315}" presName="spacer" presStyleCnt="0"/>
      <dgm:spPr/>
    </dgm:pt>
    <dgm:pt modelId="{DBDDB95A-1B98-2D47-95D9-05503F787579}" type="pres">
      <dgm:prSet presAssocID="{17754945-6264-4584-9367-B0796AFBA8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E09BF8B-08BA-1F4E-AA81-6D04211B0168}" type="pres">
      <dgm:prSet presAssocID="{4962F941-7C1E-4DE6-9116-4DCB7D3EE56C}" presName="spacer" presStyleCnt="0"/>
      <dgm:spPr/>
    </dgm:pt>
    <dgm:pt modelId="{6DF56213-75A7-FD4B-A775-6D2F2E0036A9}" type="pres">
      <dgm:prSet presAssocID="{0FD8F112-8114-4701-AEC6-56635A5832F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CAE741E-4ACD-E349-8082-5B926DFB6E64}" type="presOf" srcId="{317B5E1C-A9C3-4B08-811F-E6AE7598EC84}" destId="{F7364C9B-E0EE-6248-BFFB-7EF44ADDBE55}" srcOrd="0" destOrd="0" presId="urn:microsoft.com/office/officeart/2005/8/layout/vList2"/>
    <dgm:cxn modelId="{DBC8855A-9102-4864-9AC8-985CE3967A6B}" srcId="{317B5E1C-A9C3-4B08-811F-E6AE7598EC84}" destId="{456CEFB7-0D4C-416A-A435-444C07418649}" srcOrd="1" destOrd="0" parTransId="{EE38174C-3034-4234-916B-AE7084DC8945}" sibTransId="{D33898CA-EF76-4FDB-ADF3-CBB8F594E315}"/>
    <dgm:cxn modelId="{298D8F5B-C6AC-7D47-B61E-3705326CAD8E}" type="presOf" srcId="{A4AAF77C-B556-48FE-B774-26096EE4BAC9}" destId="{6E711CCB-A01E-8E49-BE63-B7043EB50127}" srcOrd="0" destOrd="0" presId="urn:microsoft.com/office/officeart/2005/8/layout/vList2"/>
    <dgm:cxn modelId="{3AD1D66B-00F8-4B61-AABE-D3A0AF705867}" srcId="{317B5E1C-A9C3-4B08-811F-E6AE7598EC84}" destId="{A4AAF77C-B556-48FE-B774-26096EE4BAC9}" srcOrd="0" destOrd="0" parTransId="{C4DE2921-103E-4868-8138-0F5DDEEBE985}" sibTransId="{C0F4A07C-4E92-4E71-A928-A84C63F80EA8}"/>
    <dgm:cxn modelId="{B63E3D6F-4718-B24A-9F9F-44F3AB4BAD41}" type="presOf" srcId="{456CEFB7-0D4C-416A-A435-444C07418649}" destId="{ECDD6CFB-C550-3942-86DB-41672B85FACE}" srcOrd="0" destOrd="0" presId="urn:microsoft.com/office/officeart/2005/8/layout/vList2"/>
    <dgm:cxn modelId="{A78F3D7D-BB5F-114B-9250-DAB76B0CCB44}" type="presOf" srcId="{17754945-6264-4584-9367-B0796AFBA89A}" destId="{DBDDB95A-1B98-2D47-95D9-05503F787579}" srcOrd="0" destOrd="0" presId="urn:microsoft.com/office/officeart/2005/8/layout/vList2"/>
    <dgm:cxn modelId="{48F3BEA3-C70A-45FE-8F19-1F43A1FFA1BB}" srcId="{317B5E1C-A9C3-4B08-811F-E6AE7598EC84}" destId="{0FD8F112-8114-4701-AEC6-56635A5832F9}" srcOrd="3" destOrd="0" parTransId="{AAD937B0-C4CD-4ABE-97FB-018E6833B374}" sibTransId="{A083BEE3-E50E-4EF5-95D9-C24B83A1CEC0}"/>
    <dgm:cxn modelId="{AADB58B2-CC39-BC46-B684-0690A31D3E0C}" type="presOf" srcId="{0FD8F112-8114-4701-AEC6-56635A5832F9}" destId="{6DF56213-75A7-FD4B-A775-6D2F2E0036A9}" srcOrd="0" destOrd="0" presId="urn:microsoft.com/office/officeart/2005/8/layout/vList2"/>
    <dgm:cxn modelId="{C4E6D4C6-26CB-4251-8D74-D7D6DF996E89}" srcId="{317B5E1C-A9C3-4B08-811F-E6AE7598EC84}" destId="{17754945-6264-4584-9367-B0796AFBA89A}" srcOrd="2" destOrd="0" parTransId="{30640C47-E2AA-40D4-940D-EBD4BF9C2BC2}" sibTransId="{4962F941-7C1E-4DE6-9116-4DCB7D3EE56C}"/>
    <dgm:cxn modelId="{B793C12A-467B-0346-8282-EBBB52E6B642}" type="presParOf" srcId="{F7364C9B-E0EE-6248-BFFB-7EF44ADDBE55}" destId="{6E711CCB-A01E-8E49-BE63-B7043EB50127}" srcOrd="0" destOrd="0" presId="urn:microsoft.com/office/officeart/2005/8/layout/vList2"/>
    <dgm:cxn modelId="{683B7260-9429-9D42-8077-6A555C839999}" type="presParOf" srcId="{F7364C9B-E0EE-6248-BFFB-7EF44ADDBE55}" destId="{A8682BD7-4719-2A4C-9286-873288267058}" srcOrd="1" destOrd="0" presId="urn:microsoft.com/office/officeart/2005/8/layout/vList2"/>
    <dgm:cxn modelId="{2D66C9C0-7795-3941-B7E4-165F6C0DCB07}" type="presParOf" srcId="{F7364C9B-E0EE-6248-BFFB-7EF44ADDBE55}" destId="{ECDD6CFB-C550-3942-86DB-41672B85FACE}" srcOrd="2" destOrd="0" presId="urn:microsoft.com/office/officeart/2005/8/layout/vList2"/>
    <dgm:cxn modelId="{0C605CBA-EF7C-2B42-9969-60E29F83E980}" type="presParOf" srcId="{F7364C9B-E0EE-6248-BFFB-7EF44ADDBE55}" destId="{F11BDC93-5EE6-8A40-9E58-681E4E2C82BA}" srcOrd="3" destOrd="0" presId="urn:microsoft.com/office/officeart/2005/8/layout/vList2"/>
    <dgm:cxn modelId="{D5CB4555-8F97-7346-B38D-8AD246DBFAFF}" type="presParOf" srcId="{F7364C9B-E0EE-6248-BFFB-7EF44ADDBE55}" destId="{DBDDB95A-1B98-2D47-95D9-05503F787579}" srcOrd="4" destOrd="0" presId="urn:microsoft.com/office/officeart/2005/8/layout/vList2"/>
    <dgm:cxn modelId="{2D51D5F0-5D6B-E444-ADE0-AD3E6A448118}" type="presParOf" srcId="{F7364C9B-E0EE-6248-BFFB-7EF44ADDBE55}" destId="{FE09BF8B-08BA-1F4E-AA81-6D04211B0168}" srcOrd="5" destOrd="0" presId="urn:microsoft.com/office/officeart/2005/8/layout/vList2"/>
    <dgm:cxn modelId="{3DF7A053-C7B2-E04B-BEB2-281539F353F4}" type="presParOf" srcId="{F7364C9B-E0EE-6248-BFFB-7EF44ADDBE55}" destId="{6DF56213-75A7-FD4B-A775-6D2F2E0036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B8ECE11-97CF-4872-97ED-C3ED7677E7E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E71A82-B350-42D5-964C-887DDE4F52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try/except catches mistakes (like typing "abc" instead of "3") </a:t>
          </a:r>
        </a:p>
      </dgm:t>
    </dgm:pt>
    <dgm:pt modelId="{BC5A5EB1-C95B-42D8-8A5B-304B52CBA0EF}" type="parTrans" cxnId="{6FFE14E7-6A94-4C93-93D2-7A58A1CCC715}">
      <dgm:prSet/>
      <dgm:spPr/>
      <dgm:t>
        <a:bodyPr/>
        <a:lstStyle/>
        <a:p>
          <a:endParaRPr lang="en-US"/>
        </a:p>
      </dgm:t>
    </dgm:pt>
    <dgm:pt modelId="{90A3158E-EBE7-401A-87E8-5615650942CD}" type="sibTrans" cxnId="{6FFE14E7-6A94-4C93-93D2-7A58A1CCC715}">
      <dgm:prSet/>
      <dgm:spPr/>
      <dgm:t>
        <a:bodyPr/>
        <a:lstStyle/>
        <a:p>
          <a:endParaRPr lang="en-US"/>
        </a:p>
      </dgm:t>
    </dgm:pt>
    <dgm:pt modelId="{9809B9AA-8925-463F-8542-1541AA9C0B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subtract 1 because humans count 1-7, but computers count 0-6 </a:t>
          </a:r>
        </a:p>
      </dgm:t>
    </dgm:pt>
    <dgm:pt modelId="{BCEAC089-A166-4CA9-8099-B7E43E4B1EFF}" type="parTrans" cxnId="{2F33D1DB-1D66-4788-AAAE-6C474C76BC3D}">
      <dgm:prSet/>
      <dgm:spPr/>
      <dgm:t>
        <a:bodyPr/>
        <a:lstStyle/>
        <a:p>
          <a:endParaRPr lang="en-US"/>
        </a:p>
      </dgm:t>
    </dgm:pt>
    <dgm:pt modelId="{A734D2E7-CF2D-49F2-9C45-9BA6E4E4EADC}" type="sibTrans" cxnId="{2F33D1DB-1D66-4788-AAAE-6C474C76BC3D}">
      <dgm:prSet/>
      <dgm:spPr/>
      <dgm:t>
        <a:bodyPr/>
        <a:lstStyle/>
        <a:p>
          <a:endParaRPr lang="en-US"/>
        </a:p>
      </dgm:t>
    </dgm:pt>
    <dgm:pt modelId="{8427E84F-E7D2-467F-9F7A-66EB54506C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Always check if input makes sense!</a:t>
          </a:r>
        </a:p>
      </dgm:t>
    </dgm:pt>
    <dgm:pt modelId="{5AE88D01-FCE4-4A41-9A54-E74ED4BBCA6C}" type="parTrans" cxnId="{2F5283E9-00B6-4C4B-A6B1-8EBE4B0ABF78}">
      <dgm:prSet/>
      <dgm:spPr/>
      <dgm:t>
        <a:bodyPr/>
        <a:lstStyle/>
        <a:p>
          <a:endParaRPr lang="en-US"/>
        </a:p>
      </dgm:t>
    </dgm:pt>
    <dgm:pt modelId="{415D6C65-B9FE-45DF-9D42-C187BF1E2D35}" type="sibTrans" cxnId="{2F5283E9-00B6-4C4B-A6B1-8EBE4B0ABF78}">
      <dgm:prSet/>
      <dgm:spPr/>
      <dgm:t>
        <a:bodyPr/>
        <a:lstStyle/>
        <a:p>
          <a:endParaRPr lang="en-US"/>
        </a:p>
      </dgm:t>
    </dgm:pt>
    <dgm:pt modelId="{3787B25F-4586-471F-BB92-D335C4D73792}" type="pres">
      <dgm:prSet presAssocID="{AB8ECE11-97CF-4872-97ED-C3ED7677E7EC}" presName="root" presStyleCnt="0">
        <dgm:presLayoutVars>
          <dgm:dir/>
          <dgm:resizeHandles val="exact"/>
        </dgm:presLayoutVars>
      </dgm:prSet>
      <dgm:spPr/>
    </dgm:pt>
    <dgm:pt modelId="{5FC28382-7A45-48BE-B386-E69A877F73BB}" type="pres">
      <dgm:prSet presAssocID="{9AE71A82-B350-42D5-964C-887DDE4F52B2}" presName="compNode" presStyleCnt="0"/>
      <dgm:spPr/>
    </dgm:pt>
    <dgm:pt modelId="{BF14EEE8-B8E2-4CF6-96FF-3ECB3E8049BD}" type="pres">
      <dgm:prSet presAssocID="{9AE71A82-B350-42D5-964C-887DDE4F52B2}" presName="bgRect" presStyleLbl="bgShp" presStyleIdx="0" presStyleCnt="3"/>
      <dgm:spPr/>
    </dgm:pt>
    <dgm:pt modelId="{0F2E949D-5BD7-494E-A4D2-C56435FE26F4}" type="pres">
      <dgm:prSet presAssocID="{9AE71A82-B350-42D5-964C-887DDE4F52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4F9FC5F-F046-42FC-820E-B0184CD433DB}" type="pres">
      <dgm:prSet presAssocID="{9AE71A82-B350-42D5-964C-887DDE4F52B2}" presName="spaceRect" presStyleCnt="0"/>
      <dgm:spPr/>
    </dgm:pt>
    <dgm:pt modelId="{33AD2946-CBAE-4C61-A7D4-DC1BBECE7B05}" type="pres">
      <dgm:prSet presAssocID="{9AE71A82-B350-42D5-964C-887DDE4F52B2}" presName="parTx" presStyleLbl="revTx" presStyleIdx="0" presStyleCnt="3">
        <dgm:presLayoutVars>
          <dgm:chMax val="0"/>
          <dgm:chPref val="0"/>
        </dgm:presLayoutVars>
      </dgm:prSet>
      <dgm:spPr/>
    </dgm:pt>
    <dgm:pt modelId="{D8CD6969-41F5-40D9-8DB1-EFAA67A64B89}" type="pres">
      <dgm:prSet presAssocID="{90A3158E-EBE7-401A-87E8-5615650942CD}" presName="sibTrans" presStyleCnt="0"/>
      <dgm:spPr/>
    </dgm:pt>
    <dgm:pt modelId="{7951DA21-0C45-4576-B042-59EE5D594E5E}" type="pres">
      <dgm:prSet presAssocID="{9809B9AA-8925-463F-8542-1541AA9C0BE5}" presName="compNode" presStyleCnt="0"/>
      <dgm:spPr/>
    </dgm:pt>
    <dgm:pt modelId="{2EE02E50-E4E3-4A1F-8D57-0BDE9F103697}" type="pres">
      <dgm:prSet presAssocID="{9809B9AA-8925-463F-8542-1541AA9C0BE5}" presName="bgRect" presStyleLbl="bgShp" presStyleIdx="1" presStyleCnt="3"/>
      <dgm:spPr/>
    </dgm:pt>
    <dgm:pt modelId="{C1CA3F65-A121-4A0F-91BE-91266DB1C20C}" type="pres">
      <dgm:prSet presAssocID="{9809B9AA-8925-463F-8542-1541AA9C0B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5BC50D6-D07B-4F4D-9629-38702FED1730}" type="pres">
      <dgm:prSet presAssocID="{9809B9AA-8925-463F-8542-1541AA9C0BE5}" presName="spaceRect" presStyleCnt="0"/>
      <dgm:spPr/>
    </dgm:pt>
    <dgm:pt modelId="{4535EBAC-AF86-4B47-A599-9749994AEE13}" type="pres">
      <dgm:prSet presAssocID="{9809B9AA-8925-463F-8542-1541AA9C0BE5}" presName="parTx" presStyleLbl="revTx" presStyleIdx="1" presStyleCnt="3">
        <dgm:presLayoutVars>
          <dgm:chMax val="0"/>
          <dgm:chPref val="0"/>
        </dgm:presLayoutVars>
      </dgm:prSet>
      <dgm:spPr/>
    </dgm:pt>
    <dgm:pt modelId="{D7A267B0-D3B1-407C-854A-597A0EADC7BF}" type="pres">
      <dgm:prSet presAssocID="{A734D2E7-CF2D-49F2-9C45-9BA6E4E4EADC}" presName="sibTrans" presStyleCnt="0"/>
      <dgm:spPr/>
    </dgm:pt>
    <dgm:pt modelId="{A2999C1B-FC45-46CE-973E-630A337638BD}" type="pres">
      <dgm:prSet presAssocID="{8427E84F-E7D2-467F-9F7A-66EB54506C78}" presName="compNode" presStyleCnt="0"/>
      <dgm:spPr/>
    </dgm:pt>
    <dgm:pt modelId="{21D30966-C6D7-4FB6-AA1E-E7F4C2835CD7}" type="pres">
      <dgm:prSet presAssocID="{8427E84F-E7D2-467F-9F7A-66EB54506C78}" presName="bgRect" presStyleLbl="bgShp" presStyleIdx="2" presStyleCnt="3"/>
      <dgm:spPr/>
    </dgm:pt>
    <dgm:pt modelId="{9F62C17A-6136-4559-A0DA-ED7E4A4D1D5F}" type="pres">
      <dgm:prSet presAssocID="{8427E84F-E7D2-467F-9F7A-66EB54506C7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CE8A29E5-764A-4162-9CCA-0006FAFD53E6}" type="pres">
      <dgm:prSet presAssocID="{8427E84F-E7D2-467F-9F7A-66EB54506C78}" presName="spaceRect" presStyleCnt="0"/>
      <dgm:spPr/>
    </dgm:pt>
    <dgm:pt modelId="{41664CF8-3E13-46B0-9437-A7B4A38C63A6}" type="pres">
      <dgm:prSet presAssocID="{8427E84F-E7D2-467F-9F7A-66EB54506C7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1FDF812-B937-4E37-889A-BD72AA509102}" type="presOf" srcId="{AB8ECE11-97CF-4872-97ED-C3ED7677E7EC}" destId="{3787B25F-4586-471F-BB92-D335C4D73792}" srcOrd="0" destOrd="0" presId="urn:microsoft.com/office/officeart/2018/2/layout/IconVerticalSolidList"/>
    <dgm:cxn modelId="{3DA8672D-642A-401A-82EF-E4C42D115DDA}" type="presOf" srcId="{9AE71A82-B350-42D5-964C-887DDE4F52B2}" destId="{33AD2946-CBAE-4C61-A7D4-DC1BBECE7B05}" srcOrd="0" destOrd="0" presId="urn:microsoft.com/office/officeart/2018/2/layout/IconVerticalSolidList"/>
    <dgm:cxn modelId="{DEBF5B6C-BA6C-4898-AFD0-33A02D7A1A00}" type="presOf" srcId="{8427E84F-E7D2-467F-9F7A-66EB54506C78}" destId="{41664CF8-3E13-46B0-9437-A7B4A38C63A6}" srcOrd="0" destOrd="0" presId="urn:microsoft.com/office/officeart/2018/2/layout/IconVerticalSolidList"/>
    <dgm:cxn modelId="{B1157289-5B93-403E-87F0-C77F0AF5ABA4}" type="presOf" srcId="{9809B9AA-8925-463F-8542-1541AA9C0BE5}" destId="{4535EBAC-AF86-4B47-A599-9749994AEE13}" srcOrd="0" destOrd="0" presId="urn:microsoft.com/office/officeart/2018/2/layout/IconVerticalSolidList"/>
    <dgm:cxn modelId="{2F33D1DB-1D66-4788-AAAE-6C474C76BC3D}" srcId="{AB8ECE11-97CF-4872-97ED-C3ED7677E7EC}" destId="{9809B9AA-8925-463F-8542-1541AA9C0BE5}" srcOrd="1" destOrd="0" parTransId="{BCEAC089-A166-4CA9-8099-B7E43E4B1EFF}" sibTransId="{A734D2E7-CF2D-49F2-9C45-9BA6E4E4EADC}"/>
    <dgm:cxn modelId="{6FFE14E7-6A94-4C93-93D2-7A58A1CCC715}" srcId="{AB8ECE11-97CF-4872-97ED-C3ED7677E7EC}" destId="{9AE71A82-B350-42D5-964C-887DDE4F52B2}" srcOrd="0" destOrd="0" parTransId="{BC5A5EB1-C95B-42D8-8A5B-304B52CBA0EF}" sibTransId="{90A3158E-EBE7-401A-87E8-5615650942CD}"/>
    <dgm:cxn modelId="{2F5283E9-00B6-4C4B-A6B1-8EBE4B0ABF78}" srcId="{AB8ECE11-97CF-4872-97ED-C3ED7677E7EC}" destId="{8427E84F-E7D2-467F-9F7A-66EB54506C78}" srcOrd="2" destOrd="0" parTransId="{5AE88D01-FCE4-4A41-9A54-E74ED4BBCA6C}" sibTransId="{415D6C65-B9FE-45DF-9D42-C187BF1E2D35}"/>
    <dgm:cxn modelId="{68802415-9CDC-4FCC-93EB-F9189D3F4B7D}" type="presParOf" srcId="{3787B25F-4586-471F-BB92-D335C4D73792}" destId="{5FC28382-7A45-48BE-B386-E69A877F73BB}" srcOrd="0" destOrd="0" presId="urn:microsoft.com/office/officeart/2018/2/layout/IconVerticalSolidList"/>
    <dgm:cxn modelId="{8BF2AAB0-76B4-4282-9A6C-4B2E125DD7B2}" type="presParOf" srcId="{5FC28382-7A45-48BE-B386-E69A877F73BB}" destId="{BF14EEE8-B8E2-4CF6-96FF-3ECB3E8049BD}" srcOrd="0" destOrd="0" presId="urn:microsoft.com/office/officeart/2018/2/layout/IconVerticalSolidList"/>
    <dgm:cxn modelId="{110BFAEA-F6B2-4643-A931-0368A6B2E533}" type="presParOf" srcId="{5FC28382-7A45-48BE-B386-E69A877F73BB}" destId="{0F2E949D-5BD7-494E-A4D2-C56435FE26F4}" srcOrd="1" destOrd="0" presId="urn:microsoft.com/office/officeart/2018/2/layout/IconVerticalSolidList"/>
    <dgm:cxn modelId="{F4317C02-BA45-481C-9CD5-476E1477E6E6}" type="presParOf" srcId="{5FC28382-7A45-48BE-B386-E69A877F73BB}" destId="{94F9FC5F-F046-42FC-820E-B0184CD433DB}" srcOrd="2" destOrd="0" presId="urn:microsoft.com/office/officeart/2018/2/layout/IconVerticalSolidList"/>
    <dgm:cxn modelId="{D39B1E19-E5E2-4DC0-ADBF-29AD4CCD9AEE}" type="presParOf" srcId="{5FC28382-7A45-48BE-B386-E69A877F73BB}" destId="{33AD2946-CBAE-4C61-A7D4-DC1BBECE7B05}" srcOrd="3" destOrd="0" presId="urn:microsoft.com/office/officeart/2018/2/layout/IconVerticalSolidList"/>
    <dgm:cxn modelId="{5C5C7F5F-6558-40A5-A0A8-A2B3E284F500}" type="presParOf" srcId="{3787B25F-4586-471F-BB92-D335C4D73792}" destId="{D8CD6969-41F5-40D9-8DB1-EFAA67A64B89}" srcOrd="1" destOrd="0" presId="urn:microsoft.com/office/officeart/2018/2/layout/IconVerticalSolidList"/>
    <dgm:cxn modelId="{BA646AEF-86EB-4E68-A409-1ED4B0E1D1B9}" type="presParOf" srcId="{3787B25F-4586-471F-BB92-D335C4D73792}" destId="{7951DA21-0C45-4576-B042-59EE5D594E5E}" srcOrd="2" destOrd="0" presId="urn:microsoft.com/office/officeart/2018/2/layout/IconVerticalSolidList"/>
    <dgm:cxn modelId="{F2A2D9C5-0C67-4006-8C27-EE8C4F25B574}" type="presParOf" srcId="{7951DA21-0C45-4576-B042-59EE5D594E5E}" destId="{2EE02E50-E4E3-4A1F-8D57-0BDE9F103697}" srcOrd="0" destOrd="0" presId="urn:microsoft.com/office/officeart/2018/2/layout/IconVerticalSolidList"/>
    <dgm:cxn modelId="{05E0A933-C77F-4C7E-973A-31134EBB281F}" type="presParOf" srcId="{7951DA21-0C45-4576-B042-59EE5D594E5E}" destId="{C1CA3F65-A121-4A0F-91BE-91266DB1C20C}" srcOrd="1" destOrd="0" presId="urn:microsoft.com/office/officeart/2018/2/layout/IconVerticalSolidList"/>
    <dgm:cxn modelId="{A9895542-EE4D-4C2B-BCDA-F30B2FE406B6}" type="presParOf" srcId="{7951DA21-0C45-4576-B042-59EE5D594E5E}" destId="{45BC50D6-D07B-4F4D-9629-38702FED1730}" srcOrd="2" destOrd="0" presId="urn:microsoft.com/office/officeart/2018/2/layout/IconVerticalSolidList"/>
    <dgm:cxn modelId="{70C2115E-A27D-48D1-A744-2561DC407C47}" type="presParOf" srcId="{7951DA21-0C45-4576-B042-59EE5D594E5E}" destId="{4535EBAC-AF86-4B47-A599-9749994AEE13}" srcOrd="3" destOrd="0" presId="urn:microsoft.com/office/officeart/2018/2/layout/IconVerticalSolidList"/>
    <dgm:cxn modelId="{B51B4E63-FEF7-4E4B-AEAC-D4D82ED60955}" type="presParOf" srcId="{3787B25F-4586-471F-BB92-D335C4D73792}" destId="{D7A267B0-D3B1-407C-854A-597A0EADC7BF}" srcOrd="3" destOrd="0" presId="urn:microsoft.com/office/officeart/2018/2/layout/IconVerticalSolidList"/>
    <dgm:cxn modelId="{8D7B3FAB-A1E4-4965-B8C4-FE6988DF0B73}" type="presParOf" srcId="{3787B25F-4586-471F-BB92-D335C4D73792}" destId="{A2999C1B-FC45-46CE-973E-630A337638BD}" srcOrd="4" destOrd="0" presId="urn:microsoft.com/office/officeart/2018/2/layout/IconVerticalSolidList"/>
    <dgm:cxn modelId="{2C0AEBC3-F63E-46A5-A76C-59ACD545492A}" type="presParOf" srcId="{A2999C1B-FC45-46CE-973E-630A337638BD}" destId="{21D30966-C6D7-4FB6-AA1E-E7F4C2835CD7}" srcOrd="0" destOrd="0" presId="urn:microsoft.com/office/officeart/2018/2/layout/IconVerticalSolidList"/>
    <dgm:cxn modelId="{0F58D9AA-9407-4C7E-8022-EDD66E709C05}" type="presParOf" srcId="{A2999C1B-FC45-46CE-973E-630A337638BD}" destId="{9F62C17A-6136-4559-A0DA-ED7E4A4D1D5F}" srcOrd="1" destOrd="0" presId="urn:microsoft.com/office/officeart/2018/2/layout/IconVerticalSolidList"/>
    <dgm:cxn modelId="{62530173-25E7-48FE-80D1-BBEC3C213F11}" type="presParOf" srcId="{A2999C1B-FC45-46CE-973E-630A337638BD}" destId="{CE8A29E5-764A-4162-9CCA-0006FAFD53E6}" srcOrd="2" destOrd="0" presId="urn:microsoft.com/office/officeart/2018/2/layout/IconVerticalSolidList"/>
    <dgm:cxn modelId="{CED804CD-67B9-46A6-AA2E-3A9E51A1AA7C}" type="presParOf" srcId="{A2999C1B-FC45-46CE-973E-630A337638BD}" destId="{41664CF8-3E13-46B0-9437-A7B4A38C63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2B8B8F-A44A-4A90-9545-32A74DECC93A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56A8B3F-D2FE-4E79-8CD3-760FD18B0635}">
      <dgm:prSet/>
      <dgm:spPr/>
      <dgm:t>
        <a:bodyPr/>
        <a:lstStyle/>
        <a:p>
          <a:r>
            <a:rPr lang="en-US"/>
            <a:t>Show</a:t>
          </a:r>
        </a:p>
      </dgm:t>
    </dgm:pt>
    <dgm:pt modelId="{6B5A0022-939B-4131-BE5E-21ED85CE6C7F}" type="parTrans" cxnId="{2FAB2A88-9C40-45DD-851B-63766F3A2C11}">
      <dgm:prSet/>
      <dgm:spPr/>
      <dgm:t>
        <a:bodyPr/>
        <a:lstStyle/>
        <a:p>
          <a:endParaRPr lang="en-US"/>
        </a:p>
      </dgm:t>
    </dgm:pt>
    <dgm:pt modelId="{C9C133BA-96EC-4F69-8E0E-CEF6AD3FF4EA}" type="sibTrans" cxnId="{2FAB2A88-9C40-45DD-851B-63766F3A2C11}">
      <dgm:prSet/>
      <dgm:spPr/>
      <dgm:t>
        <a:bodyPr/>
        <a:lstStyle/>
        <a:p>
          <a:endParaRPr lang="en-US"/>
        </a:p>
      </dgm:t>
    </dgm:pt>
    <dgm:pt modelId="{E40073A0-46F1-4326-B27B-8E8E5C0DEF1B}">
      <dgm:prSet/>
      <dgm:spPr/>
      <dgm:t>
        <a:bodyPr/>
        <a:lstStyle/>
        <a:p>
          <a:r>
            <a:rPr lang="en-US"/>
            <a:t>Show the board</a:t>
          </a:r>
        </a:p>
      </dgm:t>
    </dgm:pt>
    <dgm:pt modelId="{8749044B-DB06-45C7-ACA2-B32D17F0FB26}" type="parTrans" cxnId="{98F186BA-0A88-4537-8E26-721B85F2E15B}">
      <dgm:prSet/>
      <dgm:spPr/>
      <dgm:t>
        <a:bodyPr/>
        <a:lstStyle/>
        <a:p>
          <a:endParaRPr lang="en-US"/>
        </a:p>
      </dgm:t>
    </dgm:pt>
    <dgm:pt modelId="{C97D7607-FBAC-40B4-9FF8-B4BCDAC2C4B8}" type="sibTrans" cxnId="{98F186BA-0A88-4537-8E26-721B85F2E15B}">
      <dgm:prSet/>
      <dgm:spPr/>
      <dgm:t>
        <a:bodyPr/>
        <a:lstStyle/>
        <a:p>
          <a:endParaRPr lang="en-US"/>
        </a:p>
      </dgm:t>
    </dgm:pt>
    <dgm:pt modelId="{A9AF2B42-1307-4A75-9A5C-BCC509AF1F99}">
      <dgm:prSet/>
      <dgm:spPr/>
      <dgm:t>
        <a:bodyPr/>
        <a:lstStyle/>
        <a:p>
          <a:r>
            <a:rPr lang="en-US"/>
            <a:t>Get</a:t>
          </a:r>
        </a:p>
      </dgm:t>
    </dgm:pt>
    <dgm:pt modelId="{9063CA61-B17B-4065-9190-B02F9AC416A7}" type="parTrans" cxnId="{F775B6E6-4CD7-4515-992B-D51F15C76C22}">
      <dgm:prSet/>
      <dgm:spPr/>
      <dgm:t>
        <a:bodyPr/>
        <a:lstStyle/>
        <a:p>
          <a:endParaRPr lang="en-US"/>
        </a:p>
      </dgm:t>
    </dgm:pt>
    <dgm:pt modelId="{D1CB0C02-7FD3-4911-B2EC-71F3E847A986}" type="sibTrans" cxnId="{F775B6E6-4CD7-4515-992B-D51F15C76C22}">
      <dgm:prSet/>
      <dgm:spPr/>
      <dgm:t>
        <a:bodyPr/>
        <a:lstStyle/>
        <a:p>
          <a:endParaRPr lang="en-US"/>
        </a:p>
      </dgm:t>
    </dgm:pt>
    <dgm:pt modelId="{4BEC5EC4-BE66-47B0-8426-F98EFC594DAE}">
      <dgm:prSet/>
      <dgm:spPr/>
      <dgm:t>
        <a:bodyPr/>
        <a:lstStyle/>
        <a:p>
          <a:r>
            <a:rPr lang="en-US"/>
            <a:t>Get the player's move</a:t>
          </a:r>
        </a:p>
      </dgm:t>
    </dgm:pt>
    <dgm:pt modelId="{ABDEF424-25F9-49F2-A159-4B85A9B9F428}" type="parTrans" cxnId="{A836572B-C1B1-4F88-99A5-1050D5A79526}">
      <dgm:prSet/>
      <dgm:spPr/>
      <dgm:t>
        <a:bodyPr/>
        <a:lstStyle/>
        <a:p>
          <a:endParaRPr lang="en-US"/>
        </a:p>
      </dgm:t>
    </dgm:pt>
    <dgm:pt modelId="{8E235E28-94C8-4771-88DE-F94D46567D2C}" type="sibTrans" cxnId="{A836572B-C1B1-4F88-99A5-1050D5A79526}">
      <dgm:prSet/>
      <dgm:spPr/>
      <dgm:t>
        <a:bodyPr/>
        <a:lstStyle/>
        <a:p>
          <a:endParaRPr lang="en-US"/>
        </a:p>
      </dgm:t>
    </dgm:pt>
    <dgm:pt modelId="{F3A25E2C-3645-4597-8A06-0158FDA86D6C}">
      <dgm:prSet/>
      <dgm:spPr/>
      <dgm:t>
        <a:bodyPr/>
        <a:lstStyle/>
        <a:p>
          <a:r>
            <a:rPr lang="en-US"/>
            <a:t>Check</a:t>
          </a:r>
        </a:p>
      </dgm:t>
    </dgm:pt>
    <dgm:pt modelId="{C5578A4C-2AA4-42A9-A5C6-B6182C797FC7}" type="parTrans" cxnId="{C1482189-7E71-4364-9A68-60EBD70C5A93}">
      <dgm:prSet/>
      <dgm:spPr/>
      <dgm:t>
        <a:bodyPr/>
        <a:lstStyle/>
        <a:p>
          <a:endParaRPr lang="en-US"/>
        </a:p>
      </dgm:t>
    </dgm:pt>
    <dgm:pt modelId="{ED27D768-E9C5-4831-829F-B5D2965B83E8}" type="sibTrans" cxnId="{C1482189-7E71-4364-9A68-60EBD70C5A93}">
      <dgm:prSet/>
      <dgm:spPr/>
      <dgm:t>
        <a:bodyPr/>
        <a:lstStyle/>
        <a:p>
          <a:endParaRPr lang="en-US"/>
        </a:p>
      </dgm:t>
    </dgm:pt>
    <dgm:pt modelId="{71E80010-4B10-48E4-8FED-7F4F711B52CF}">
      <dgm:prSet/>
      <dgm:spPr/>
      <dgm:t>
        <a:bodyPr/>
        <a:lstStyle/>
        <a:p>
          <a:r>
            <a:rPr lang="en-US"/>
            <a:t>Check if they won</a:t>
          </a:r>
        </a:p>
      </dgm:t>
    </dgm:pt>
    <dgm:pt modelId="{57F20B1E-C037-4354-A62B-CA5648F7BEA1}" type="parTrans" cxnId="{4759A55C-570B-4506-9BF6-0BE509DE83F6}">
      <dgm:prSet/>
      <dgm:spPr/>
      <dgm:t>
        <a:bodyPr/>
        <a:lstStyle/>
        <a:p>
          <a:endParaRPr lang="en-US"/>
        </a:p>
      </dgm:t>
    </dgm:pt>
    <dgm:pt modelId="{49AFF2BB-9C4C-4630-B3B5-5E0AF88BA377}" type="sibTrans" cxnId="{4759A55C-570B-4506-9BF6-0BE509DE83F6}">
      <dgm:prSet/>
      <dgm:spPr/>
      <dgm:t>
        <a:bodyPr/>
        <a:lstStyle/>
        <a:p>
          <a:endParaRPr lang="en-US"/>
        </a:p>
      </dgm:t>
    </dgm:pt>
    <dgm:pt modelId="{12A488F2-A7DB-46F5-9865-BA036E754647}">
      <dgm:prSet/>
      <dgm:spPr/>
      <dgm:t>
        <a:bodyPr/>
        <a:lstStyle/>
        <a:p>
          <a:r>
            <a:rPr lang="en-US"/>
            <a:t>Switch</a:t>
          </a:r>
        </a:p>
      </dgm:t>
    </dgm:pt>
    <dgm:pt modelId="{3A23B76F-F9F2-49C3-99D9-585A997139FB}" type="parTrans" cxnId="{25FDACA9-7445-4A1C-86FA-5EA5730EAE4D}">
      <dgm:prSet/>
      <dgm:spPr/>
      <dgm:t>
        <a:bodyPr/>
        <a:lstStyle/>
        <a:p>
          <a:endParaRPr lang="en-US"/>
        </a:p>
      </dgm:t>
    </dgm:pt>
    <dgm:pt modelId="{55D8DE9A-9EF0-48D4-849F-76E0D369DE08}" type="sibTrans" cxnId="{25FDACA9-7445-4A1C-86FA-5EA5730EAE4D}">
      <dgm:prSet/>
      <dgm:spPr/>
      <dgm:t>
        <a:bodyPr/>
        <a:lstStyle/>
        <a:p>
          <a:endParaRPr lang="en-US"/>
        </a:p>
      </dgm:t>
    </dgm:pt>
    <dgm:pt modelId="{46474CCB-CD89-470F-AFC0-F1CF7A421BBD}">
      <dgm:prSet/>
      <dgm:spPr/>
      <dgm:t>
        <a:bodyPr/>
        <a:lstStyle/>
        <a:p>
          <a:r>
            <a:rPr lang="en-US"/>
            <a:t>Switch to the other player</a:t>
          </a:r>
        </a:p>
      </dgm:t>
    </dgm:pt>
    <dgm:pt modelId="{0AC96246-0D4B-43A3-B0A0-7B53EE758F8C}" type="parTrans" cxnId="{27E2DD05-9829-4F25-AF4B-B8E5F60B881F}">
      <dgm:prSet/>
      <dgm:spPr/>
      <dgm:t>
        <a:bodyPr/>
        <a:lstStyle/>
        <a:p>
          <a:endParaRPr lang="en-US"/>
        </a:p>
      </dgm:t>
    </dgm:pt>
    <dgm:pt modelId="{7FFE3F31-357E-4C85-B452-EF46E423C1F9}" type="sibTrans" cxnId="{27E2DD05-9829-4F25-AF4B-B8E5F60B881F}">
      <dgm:prSet/>
      <dgm:spPr/>
      <dgm:t>
        <a:bodyPr/>
        <a:lstStyle/>
        <a:p>
          <a:endParaRPr lang="en-US"/>
        </a:p>
      </dgm:t>
    </dgm:pt>
    <dgm:pt modelId="{746C0D1B-990A-42D6-99BB-312AE9EE51AD}">
      <dgm:prSet/>
      <dgm:spPr/>
      <dgm:t>
        <a:bodyPr/>
        <a:lstStyle/>
        <a:p>
          <a:r>
            <a:rPr lang="en-US"/>
            <a:t>Repeat</a:t>
          </a:r>
        </a:p>
      </dgm:t>
    </dgm:pt>
    <dgm:pt modelId="{9F4EABE7-B436-4234-B91A-94C8E46E66FF}" type="parTrans" cxnId="{6CA39363-D0AD-4816-996F-5A29CFAE142D}">
      <dgm:prSet/>
      <dgm:spPr/>
      <dgm:t>
        <a:bodyPr/>
        <a:lstStyle/>
        <a:p>
          <a:endParaRPr lang="en-US"/>
        </a:p>
      </dgm:t>
    </dgm:pt>
    <dgm:pt modelId="{12B18C56-FCAA-4D9B-8F0A-D19CAF5EF64A}" type="sibTrans" cxnId="{6CA39363-D0AD-4816-996F-5A29CFAE142D}">
      <dgm:prSet/>
      <dgm:spPr/>
      <dgm:t>
        <a:bodyPr/>
        <a:lstStyle/>
        <a:p>
          <a:endParaRPr lang="en-US"/>
        </a:p>
      </dgm:t>
    </dgm:pt>
    <dgm:pt modelId="{F318E993-AF76-4F8D-BF9C-01B08D91C088}">
      <dgm:prSet/>
      <dgm:spPr/>
      <dgm:t>
        <a:bodyPr/>
        <a:lstStyle/>
        <a:p>
          <a:r>
            <a:rPr lang="en-US"/>
            <a:t>Repeat until someone wins!</a:t>
          </a:r>
        </a:p>
      </dgm:t>
    </dgm:pt>
    <dgm:pt modelId="{FAF80D19-BEDE-43C5-90E8-718325193AA8}" type="parTrans" cxnId="{C673FDD8-216B-464C-87C5-30CF94FAD089}">
      <dgm:prSet/>
      <dgm:spPr/>
      <dgm:t>
        <a:bodyPr/>
        <a:lstStyle/>
        <a:p>
          <a:endParaRPr lang="en-US"/>
        </a:p>
      </dgm:t>
    </dgm:pt>
    <dgm:pt modelId="{7CB93CD1-5BC8-4BC7-9614-596AF3E06D97}" type="sibTrans" cxnId="{C673FDD8-216B-464C-87C5-30CF94FAD089}">
      <dgm:prSet/>
      <dgm:spPr/>
      <dgm:t>
        <a:bodyPr/>
        <a:lstStyle/>
        <a:p>
          <a:endParaRPr lang="en-US"/>
        </a:p>
      </dgm:t>
    </dgm:pt>
    <dgm:pt modelId="{7D00CD45-0002-E841-9E1A-D64A8AA183B7}" type="pres">
      <dgm:prSet presAssocID="{852B8B8F-A44A-4A90-9545-32A74DECC93A}" presName="Name0" presStyleCnt="0">
        <dgm:presLayoutVars>
          <dgm:dir/>
          <dgm:animLvl val="lvl"/>
          <dgm:resizeHandles val="exact"/>
        </dgm:presLayoutVars>
      </dgm:prSet>
      <dgm:spPr/>
    </dgm:pt>
    <dgm:pt modelId="{0D260BEC-5CD6-104C-A737-EE4E18BADF5A}" type="pres">
      <dgm:prSet presAssocID="{746C0D1B-990A-42D6-99BB-312AE9EE51AD}" presName="boxAndChildren" presStyleCnt="0"/>
      <dgm:spPr/>
    </dgm:pt>
    <dgm:pt modelId="{3E595826-3FE3-C74E-9DE5-D3CB6832520E}" type="pres">
      <dgm:prSet presAssocID="{746C0D1B-990A-42D6-99BB-312AE9EE51AD}" presName="parentTextBox" presStyleLbl="alignNode1" presStyleIdx="0" presStyleCnt="5"/>
      <dgm:spPr/>
    </dgm:pt>
    <dgm:pt modelId="{0CDFEDE9-B7CB-FE49-B71E-24FE5E706609}" type="pres">
      <dgm:prSet presAssocID="{746C0D1B-990A-42D6-99BB-312AE9EE51AD}" presName="descendantBox" presStyleLbl="bgAccFollowNode1" presStyleIdx="0" presStyleCnt="5"/>
      <dgm:spPr/>
    </dgm:pt>
    <dgm:pt modelId="{BA962618-AECE-D446-8D99-CAB8A377E175}" type="pres">
      <dgm:prSet presAssocID="{55D8DE9A-9EF0-48D4-849F-76E0D369DE08}" presName="sp" presStyleCnt="0"/>
      <dgm:spPr/>
    </dgm:pt>
    <dgm:pt modelId="{7AA80CA2-C6F0-7E46-BD3B-543849FB03E8}" type="pres">
      <dgm:prSet presAssocID="{12A488F2-A7DB-46F5-9865-BA036E754647}" presName="arrowAndChildren" presStyleCnt="0"/>
      <dgm:spPr/>
    </dgm:pt>
    <dgm:pt modelId="{B72F9817-313A-5042-A09D-3AB6AF58C916}" type="pres">
      <dgm:prSet presAssocID="{12A488F2-A7DB-46F5-9865-BA036E754647}" presName="parentTextArrow" presStyleLbl="node1" presStyleIdx="0" presStyleCnt="0"/>
      <dgm:spPr/>
    </dgm:pt>
    <dgm:pt modelId="{B4FE6CE2-5FBC-174D-849E-8649007821D8}" type="pres">
      <dgm:prSet presAssocID="{12A488F2-A7DB-46F5-9865-BA036E754647}" presName="arrow" presStyleLbl="alignNode1" presStyleIdx="1" presStyleCnt="5"/>
      <dgm:spPr/>
    </dgm:pt>
    <dgm:pt modelId="{FC91815E-AEB0-AB42-97DA-CDBEAD05745E}" type="pres">
      <dgm:prSet presAssocID="{12A488F2-A7DB-46F5-9865-BA036E754647}" presName="descendantArrow" presStyleLbl="bgAccFollowNode1" presStyleIdx="1" presStyleCnt="5"/>
      <dgm:spPr/>
    </dgm:pt>
    <dgm:pt modelId="{B8FBB575-F65D-B644-A3A5-B7B6114CBA1D}" type="pres">
      <dgm:prSet presAssocID="{ED27D768-E9C5-4831-829F-B5D2965B83E8}" presName="sp" presStyleCnt="0"/>
      <dgm:spPr/>
    </dgm:pt>
    <dgm:pt modelId="{6BF17B5A-665F-B447-87AC-7248E3A4DAF7}" type="pres">
      <dgm:prSet presAssocID="{F3A25E2C-3645-4597-8A06-0158FDA86D6C}" presName="arrowAndChildren" presStyleCnt="0"/>
      <dgm:spPr/>
    </dgm:pt>
    <dgm:pt modelId="{4815BFED-6980-D44D-90E9-E937A56FE960}" type="pres">
      <dgm:prSet presAssocID="{F3A25E2C-3645-4597-8A06-0158FDA86D6C}" presName="parentTextArrow" presStyleLbl="node1" presStyleIdx="0" presStyleCnt="0"/>
      <dgm:spPr/>
    </dgm:pt>
    <dgm:pt modelId="{493C1B1B-F94C-6D4D-9C16-666C60641F73}" type="pres">
      <dgm:prSet presAssocID="{F3A25E2C-3645-4597-8A06-0158FDA86D6C}" presName="arrow" presStyleLbl="alignNode1" presStyleIdx="2" presStyleCnt="5"/>
      <dgm:spPr/>
    </dgm:pt>
    <dgm:pt modelId="{1854CF21-0EE4-0343-9D08-A02B0BBC80DF}" type="pres">
      <dgm:prSet presAssocID="{F3A25E2C-3645-4597-8A06-0158FDA86D6C}" presName="descendantArrow" presStyleLbl="bgAccFollowNode1" presStyleIdx="2" presStyleCnt="5"/>
      <dgm:spPr/>
    </dgm:pt>
    <dgm:pt modelId="{60BE1CC6-DB75-2447-923D-577E441300DB}" type="pres">
      <dgm:prSet presAssocID="{D1CB0C02-7FD3-4911-B2EC-71F3E847A986}" presName="sp" presStyleCnt="0"/>
      <dgm:spPr/>
    </dgm:pt>
    <dgm:pt modelId="{21A1B711-BA74-3844-9B45-99522D0875E5}" type="pres">
      <dgm:prSet presAssocID="{A9AF2B42-1307-4A75-9A5C-BCC509AF1F99}" presName="arrowAndChildren" presStyleCnt="0"/>
      <dgm:spPr/>
    </dgm:pt>
    <dgm:pt modelId="{C2A410DB-E627-904B-88CF-CDE9DF9A524E}" type="pres">
      <dgm:prSet presAssocID="{A9AF2B42-1307-4A75-9A5C-BCC509AF1F99}" presName="parentTextArrow" presStyleLbl="node1" presStyleIdx="0" presStyleCnt="0"/>
      <dgm:spPr/>
    </dgm:pt>
    <dgm:pt modelId="{328E1CB2-1B8C-4D4C-9875-8EA1DE359798}" type="pres">
      <dgm:prSet presAssocID="{A9AF2B42-1307-4A75-9A5C-BCC509AF1F99}" presName="arrow" presStyleLbl="alignNode1" presStyleIdx="3" presStyleCnt="5"/>
      <dgm:spPr/>
    </dgm:pt>
    <dgm:pt modelId="{E46DFE9A-2D57-1A41-9D53-8D1B1745267A}" type="pres">
      <dgm:prSet presAssocID="{A9AF2B42-1307-4A75-9A5C-BCC509AF1F99}" presName="descendantArrow" presStyleLbl="bgAccFollowNode1" presStyleIdx="3" presStyleCnt="5"/>
      <dgm:spPr/>
    </dgm:pt>
    <dgm:pt modelId="{B0C731D4-241A-664B-B234-008B4BCC6A00}" type="pres">
      <dgm:prSet presAssocID="{C9C133BA-96EC-4F69-8E0E-CEF6AD3FF4EA}" presName="sp" presStyleCnt="0"/>
      <dgm:spPr/>
    </dgm:pt>
    <dgm:pt modelId="{3A2DDA50-4303-9845-BC9E-1E8B503A538B}" type="pres">
      <dgm:prSet presAssocID="{A56A8B3F-D2FE-4E79-8CD3-760FD18B0635}" presName="arrowAndChildren" presStyleCnt="0"/>
      <dgm:spPr/>
    </dgm:pt>
    <dgm:pt modelId="{BE48CCD5-3F45-1F44-9516-F6766C2E37B1}" type="pres">
      <dgm:prSet presAssocID="{A56A8B3F-D2FE-4E79-8CD3-760FD18B0635}" presName="parentTextArrow" presStyleLbl="node1" presStyleIdx="0" presStyleCnt="0"/>
      <dgm:spPr/>
    </dgm:pt>
    <dgm:pt modelId="{D3977F9D-98A0-D044-9BFC-55F23A4E5652}" type="pres">
      <dgm:prSet presAssocID="{A56A8B3F-D2FE-4E79-8CD3-760FD18B0635}" presName="arrow" presStyleLbl="alignNode1" presStyleIdx="4" presStyleCnt="5"/>
      <dgm:spPr/>
    </dgm:pt>
    <dgm:pt modelId="{708A2BC4-5F01-6942-91E2-DDB90F087049}" type="pres">
      <dgm:prSet presAssocID="{A56A8B3F-D2FE-4E79-8CD3-760FD18B0635}" presName="descendantArrow" presStyleLbl="bgAccFollowNode1" presStyleIdx="4" presStyleCnt="5"/>
      <dgm:spPr/>
    </dgm:pt>
  </dgm:ptLst>
  <dgm:cxnLst>
    <dgm:cxn modelId="{27E2DD05-9829-4F25-AF4B-B8E5F60B881F}" srcId="{12A488F2-A7DB-46F5-9865-BA036E754647}" destId="{46474CCB-CD89-470F-AFC0-F1CF7A421BBD}" srcOrd="0" destOrd="0" parTransId="{0AC96246-0D4B-43A3-B0A0-7B53EE758F8C}" sibTransId="{7FFE3F31-357E-4C85-B452-EF46E423C1F9}"/>
    <dgm:cxn modelId="{A7A68507-BC9F-F145-9A19-4034A47D31DA}" type="presOf" srcId="{852B8B8F-A44A-4A90-9545-32A74DECC93A}" destId="{7D00CD45-0002-E841-9E1A-D64A8AA183B7}" srcOrd="0" destOrd="0" presId="urn:microsoft.com/office/officeart/2016/7/layout/VerticalDownArrowProcess"/>
    <dgm:cxn modelId="{26F09009-6CC2-8742-8CFA-2A25D283C550}" type="presOf" srcId="{4BEC5EC4-BE66-47B0-8426-F98EFC594DAE}" destId="{E46DFE9A-2D57-1A41-9D53-8D1B1745267A}" srcOrd="0" destOrd="0" presId="urn:microsoft.com/office/officeart/2016/7/layout/VerticalDownArrowProcess"/>
    <dgm:cxn modelId="{A836572B-C1B1-4F88-99A5-1050D5A79526}" srcId="{A9AF2B42-1307-4A75-9A5C-BCC509AF1F99}" destId="{4BEC5EC4-BE66-47B0-8426-F98EFC594DAE}" srcOrd="0" destOrd="0" parTransId="{ABDEF424-25F9-49F2-A159-4B85A9B9F428}" sibTransId="{8E235E28-94C8-4771-88DE-F94D46567D2C}"/>
    <dgm:cxn modelId="{EB241D4D-AAA7-7E4D-A2D7-A69603658875}" type="presOf" srcId="{46474CCB-CD89-470F-AFC0-F1CF7A421BBD}" destId="{FC91815E-AEB0-AB42-97DA-CDBEAD05745E}" srcOrd="0" destOrd="0" presId="urn:microsoft.com/office/officeart/2016/7/layout/VerticalDownArrowProcess"/>
    <dgm:cxn modelId="{CFDC5956-8788-F142-AE9F-D7F02D5C2D19}" type="presOf" srcId="{A56A8B3F-D2FE-4E79-8CD3-760FD18B0635}" destId="{BE48CCD5-3F45-1F44-9516-F6766C2E37B1}" srcOrd="0" destOrd="0" presId="urn:microsoft.com/office/officeart/2016/7/layout/VerticalDownArrowProcess"/>
    <dgm:cxn modelId="{21B7C656-3468-7547-8109-2B12A7D7385B}" type="presOf" srcId="{12A488F2-A7DB-46F5-9865-BA036E754647}" destId="{B72F9817-313A-5042-A09D-3AB6AF58C916}" srcOrd="0" destOrd="0" presId="urn:microsoft.com/office/officeart/2016/7/layout/VerticalDownArrowProcess"/>
    <dgm:cxn modelId="{4759A55C-570B-4506-9BF6-0BE509DE83F6}" srcId="{F3A25E2C-3645-4597-8A06-0158FDA86D6C}" destId="{71E80010-4B10-48E4-8FED-7F4F711B52CF}" srcOrd="0" destOrd="0" parTransId="{57F20B1E-C037-4354-A62B-CA5648F7BEA1}" sibTransId="{49AFF2BB-9C4C-4630-B3B5-5E0AF88BA377}"/>
    <dgm:cxn modelId="{960E685E-F758-4B48-A1E5-43C85A01F417}" type="presOf" srcId="{A9AF2B42-1307-4A75-9A5C-BCC509AF1F99}" destId="{328E1CB2-1B8C-4D4C-9875-8EA1DE359798}" srcOrd="1" destOrd="0" presId="urn:microsoft.com/office/officeart/2016/7/layout/VerticalDownArrowProcess"/>
    <dgm:cxn modelId="{C1E6C35E-B6EE-7A4C-B24E-38A8E48DF7BB}" type="presOf" srcId="{F3A25E2C-3645-4597-8A06-0158FDA86D6C}" destId="{493C1B1B-F94C-6D4D-9C16-666C60641F73}" srcOrd="1" destOrd="0" presId="urn:microsoft.com/office/officeart/2016/7/layout/VerticalDownArrowProcess"/>
    <dgm:cxn modelId="{6CA39363-D0AD-4816-996F-5A29CFAE142D}" srcId="{852B8B8F-A44A-4A90-9545-32A74DECC93A}" destId="{746C0D1B-990A-42D6-99BB-312AE9EE51AD}" srcOrd="4" destOrd="0" parTransId="{9F4EABE7-B436-4234-B91A-94C8E46E66FF}" sibTransId="{12B18C56-FCAA-4D9B-8F0A-D19CAF5EF64A}"/>
    <dgm:cxn modelId="{E0EAC272-C38E-674F-BEFA-C73656C13215}" type="presOf" srcId="{746C0D1B-990A-42D6-99BB-312AE9EE51AD}" destId="{3E595826-3FE3-C74E-9DE5-D3CB6832520E}" srcOrd="0" destOrd="0" presId="urn:microsoft.com/office/officeart/2016/7/layout/VerticalDownArrowProcess"/>
    <dgm:cxn modelId="{97A8B085-C6E7-2445-8CA0-A2F400F67817}" type="presOf" srcId="{F3A25E2C-3645-4597-8A06-0158FDA86D6C}" destId="{4815BFED-6980-D44D-90E9-E937A56FE960}" srcOrd="0" destOrd="0" presId="urn:microsoft.com/office/officeart/2016/7/layout/VerticalDownArrowProcess"/>
    <dgm:cxn modelId="{2FAB2A88-9C40-45DD-851B-63766F3A2C11}" srcId="{852B8B8F-A44A-4A90-9545-32A74DECC93A}" destId="{A56A8B3F-D2FE-4E79-8CD3-760FD18B0635}" srcOrd="0" destOrd="0" parTransId="{6B5A0022-939B-4131-BE5E-21ED85CE6C7F}" sibTransId="{C9C133BA-96EC-4F69-8E0E-CEF6AD3FF4EA}"/>
    <dgm:cxn modelId="{C1482189-7E71-4364-9A68-60EBD70C5A93}" srcId="{852B8B8F-A44A-4A90-9545-32A74DECC93A}" destId="{F3A25E2C-3645-4597-8A06-0158FDA86D6C}" srcOrd="2" destOrd="0" parTransId="{C5578A4C-2AA4-42A9-A5C6-B6182C797FC7}" sibTransId="{ED27D768-E9C5-4831-829F-B5D2965B83E8}"/>
    <dgm:cxn modelId="{A0F1BF92-F46C-B547-A0FF-5BC90172F778}" type="presOf" srcId="{F318E993-AF76-4F8D-BF9C-01B08D91C088}" destId="{0CDFEDE9-B7CB-FE49-B71E-24FE5E706609}" srcOrd="0" destOrd="0" presId="urn:microsoft.com/office/officeart/2016/7/layout/VerticalDownArrowProcess"/>
    <dgm:cxn modelId="{9DA97299-E679-CF46-8A18-9EF7F9BF240A}" type="presOf" srcId="{A9AF2B42-1307-4A75-9A5C-BCC509AF1F99}" destId="{C2A410DB-E627-904B-88CF-CDE9DF9A524E}" srcOrd="0" destOrd="0" presId="urn:microsoft.com/office/officeart/2016/7/layout/VerticalDownArrowProcess"/>
    <dgm:cxn modelId="{2A1613A6-1064-FB4B-AE0F-AD7555691D37}" type="presOf" srcId="{12A488F2-A7DB-46F5-9865-BA036E754647}" destId="{B4FE6CE2-5FBC-174D-849E-8649007821D8}" srcOrd="1" destOrd="0" presId="urn:microsoft.com/office/officeart/2016/7/layout/VerticalDownArrowProcess"/>
    <dgm:cxn modelId="{25FDACA9-7445-4A1C-86FA-5EA5730EAE4D}" srcId="{852B8B8F-A44A-4A90-9545-32A74DECC93A}" destId="{12A488F2-A7DB-46F5-9865-BA036E754647}" srcOrd="3" destOrd="0" parTransId="{3A23B76F-F9F2-49C3-99D9-585A997139FB}" sibTransId="{55D8DE9A-9EF0-48D4-849F-76E0D369DE08}"/>
    <dgm:cxn modelId="{98F186BA-0A88-4537-8E26-721B85F2E15B}" srcId="{A56A8B3F-D2FE-4E79-8CD3-760FD18B0635}" destId="{E40073A0-46F1-4326-B27B-8E8E5C0DEF1B}" srcOrd="0" destOrd="0" parTransId="{8749044B-DB06-45C7-ACA2-B32D17F0FB26}" sibTransId="{C97D7607-FBAC-40B4-9FF8-B4BCDAC2C4B8}"/>
    <dgm:cxn modelId="{F92301C1-FA34-C243-B82A-9389F405F636}" type="presOf" srcId="{E40073A0-46F1-4326-B27B-8E8E5C0DEF1B}" destId="{708A2BC4-5F01-6942-91E2-DDB90F087049}" srcOrd="0" destOrd="0" presId="urn:microsoft.com/office/officeart/2016/7/layout/VerticalDownArrowProcess"/>
    <dgm:cxn modelId="{DF155BC3-6072-904F-B18E-286BBA7C9C37}" type="presOf" srcId="{A56A8B3F-D2FE-4E79-8CD3-760FD18B0635}" destId="{D3977F9D-98A0-D044-9BFC-55F23A4E5652}" srcOrd="1" destOrd="0" presId="urn:microsoft.com/office/officeart/2016/7/layout/VerticalDownArrowProcess"/>
    <dgm:cxn modelId="{4479DAD3-AF88-794A-AC50-BDB249F620EF}" type="presOf" srcId="{71E80010-4B10-48E4-8FED-7F4F711B52CF}" destId="{1854CF21-0EE4-0343-9D08-A02B0BBC80DF}" srcOrd="0" destOrd="0" presId="urn:microsoft.com/office/officeart/2016/7/layout/VerticalDownArrowProcess"/>
    <dgm:cxn modelId="{C673FDD8-216B-464C-87C5-30CF94FAD089}" srcId="{746C0D1B-990A-42D6-99BB-312AE9EE51AD}" destId="{F318E993-AF76-4F8D-BF9C-01B08D91C088}" srcOrd="0" destOrd="0" parTransId="{FAF80D19-BEDE-43C5-90E8-718325193AA8}" sibTransId="{7CB93CD1-5BC8-4BC7-9614-596AF3E06D97}"/>
    <dgm:cxn modelId="{F775B6E6-4CD7-4515-992B-D51F15C76C22}" srcId="{852B8B8F-A44A-4A90-9545-32A74DECC93A}" destId="{A9AF2B42-1307-4A75-9A5C-BCC509AF1F99}" srcOrd="1" destOrd="0" parTransId="{9063CA61-B17B-4065-9190-B02F9AC416A7}" sibTransId="{D1CB0C02-7FD3-4911-B2EC-71F3E847A986}"/>
    <dgm:cxn modelId="{C9B87B81-8143-604E-B721-864D72BC8B59}" type="presParOf" srcId="{7D00CD45-0002-E841-9E1A-D64A8AA183B7}" destId="{0D260BEC-5CD6-104C-A737-EE4E18BADF5A}" srcOrd="0" destOrd="0" presId="urn:microsoft.com/office/officeart/2016/7/layout/VerticalDownArrowProcess"/>
    <dgm:cxn modelId="{58D8481A-CAF6-1645-860C-E36595E36457}" type="presParOf" srcId="{0D260BEC-5CD6-104C-A737-EE4E18BADF5A}" destId="{3E595826-3FE3-C74E-9DE5-D3CB6832520E}" srcOrd="0" destOrd="0" presId="urn:microsoft.com/office/officeart/2016/7/layout/VerticalDownArrowProcess"/>
    <dgm:cxn modelId="{265EC1F6-6A34-224B-98A4-EAA227C0DA1A}" type="presParOf" srcId="{0D260BEC-5CD6-104C-A737-EE4E18BADF5A}" destId="{0CDFEDE9-B7CB-FE49-B71E-24FE5E706609}" srcOrd="1" destOrd="0" presId="urn:microsoft.com/office/officeart/2016/7/layout/VerticalDownArrowProcess"/>
    <dgm:cxn modelId="{42315697-A916-494F-9F49-ED17AADC22FC}" type="presParOf" srcId="{7D00CD45-0002-E841-9E1A-D64A8AA183B7}" destId="{BA962618-AECE-D446-8D99-CAB8A377E175}" srcOrd="1" destOrd="0" presId="urn:microsoft.com/office/officeart/2016/7/layout/VerticalDownArrowProcess"/>
    <dgm:cxn modelId="{761A4A55-A065-CA41-919B-93ABF5C2E238}" type="presParOf" srcId="{7D00CD45-0002-E841-9E1A-D64A8AA183B7}" destId="{7AA80CA2-C6F0-7E46-BD3B-543849FB03E8}" srcOrd="2" destOrd="0" presId="urn:microsoft.com/office/officeart/2016/7/layout/VerticalDownArrowProcess"/>
    <dgm:cxn modelId="{D8F2FFFA-FB2D-9B4C-B737-41C3B9559419}" type="presParOf" srcId="{7AA80CA2-C6F0-7E46-BD3B-543849FB03E8}" destId="{B72F9817-313A-5042-A09D-3AB6AF58C916}" srcOrd="0" destOrd="0" presId="urn:microsoft.com/office/officeart/2016/7/layout/VerticalDownArrowProcess"/>
    <dgm:cxn modelId="{D7CB7268-D961-344E-A5E6-F8C361AEF279}" type="presParOf" srcId="{7AA80CA2-C6F0-7E46-BD3B-543849FB03E8}" destId="{B4FE6CE2-5FBC-174D-849E-8649007821D8}" srcOrd="1" destOrd="0" presId="urn:microsoft.com/office/officeart/2016/7/layout/VerticalDownArrowProcess"/>
    <dgm:cxn modelId="{871D4388-D83A-6A4E-BC43-B1085FABD9DE}" type="presParOf" srcId="{7AA80CA2-C6F0-7E46-BD3B-543849FB03E8}" destId="{FC91815E-AEB0-AB42-97DA-CDBEAD05745E}" srcOrd="2" destOrd="0" presId="urn:microsoft.com/office/officeart/2016/7/layout/VerticalDownArrowProcess"/>
    <dgm:cxn modelId="{C526C921-3EA2-F64E-A841-2F8DB7664F7F}" type="presParOf" srcId="{7D00CD45-0002-E841-9E1A-D64A8AA183B7}" destId="{B8FBB575-F65D-B644-A3A5-B7B6114CBA1D}" srcOrd="3" destOrd="0" presId="urn:microsoft.com/office/officeart/2016/7/layout/VerticalDownArrowProcess"/>
    <dgm:cxn modelId="{B4BD9FC4-5AE6-6045-9ABB-E38B329E4F91}" type="presParOf" srcId="{7D00CD45-0002-E841-9E1A-D64A8AA183B7}" destId="{6BF17B5A-665F-B447-87AC-7248E3A4DAF7}" srcOrd="4" destOrd="0" presId="urn:microsoft.com/office/officeart/2016/7/layout/VerticalDownArrowProcess"/>
    <dgm:cxn modelId="{25390459-F622-A24C-854C-93E8D02BBAB4}" type="presParOf" srcId="{6BF17B5A-665F-B447-87AC-7248E3A4DAF7}" destId="{4815BFED-6980-D44D-90E9-E937A56FE960}" srcOrd="0" destOrd="0" presId="urn:microsoft.com/office/officeart/2016/7/layout/VerticalDownArrowProcess"/>
    <dgm:cxn modelId="{B909D148-F502-E445-B2B8-7C00287C7852}" type="presParOf" srcId="{6BF17B5A-665F-B447-87AC-7248E3A4DAF7}" destId="{493C1B1B-F94C-6D4D-9C16-666C60641F73}" srcOrd="1" destOrd="0" presId="urn:microsoft.com/office/officeart/2016/7/layout/VerticalDownArrowProcess"/>
    <dgm:cxn modelId="{5ADE7182-3E5B-4047-947F-018E1ACB9803}" type="presParOf" srcId="{6BF17B5A-665F-B447-87AC-7248E3A4DAF7}" destId="{1854CF21-0EE4-0343-9D08-A02B0BBC80DF}" srcOrd="2" destOrd="0" presId="urn:microsoft.com/office/officeart/2016/7/layout/VerticalDownArrowProcess"/>
    <dgm:cxn modelId="{238FD7F1-0331-874D-AB7D-B5BCC7AF60D1}" type="presParOf" srcId="{7D00CD45-0002-E841-9E1A-D64A8AA183B7}" destId="{60BE1CC6-DB75-2447-923D-577E441300DB}" srcOrd="5" destOrd="0" presId="urn:microsoft.com/office/officeart/2016/7/layout/VerticalDownArrowProcess"/>
    <dgm:cxn modelId="{E0C70D91-E04F-A14C-A0C3-F1933548D9BA}" type="presParOf" srcId="{7D00CD45-0002-E841-9E1A-D64A8AA183B7}" destId="{21A1B711-BA74-3844-9B45-99522D0875E5}" srcOrd="6" destOrd="0" presId="urn:microsoft.com/office/officeart/2016/7/layout/VerticalDownArrowProcess"/>
    <dgm:cxn modelId="{04BC0C62-A6FA-5843-990F-77E6B9F973FC}" type="presParOf" srcId="{21A1B711-BA74-3844-9B45-99522D0875E5}" destId="{C2A410DB-E627-904B-88CF-CDE9DF9A524E}" srcOrd="0" destOrd="0" presId="urn:microsoft.com/office/officeart/2016/7/layout/VerticalDownArrowProcess"/>
    <dgm:cxn modelId="{D27D56A1-C9AB-0340-8174-BB717972A109}" type="presParOf" srcId="{21A1B711-BA74-3844-9B45-99522D0875E5}" destId="{328E1CB2-1B8C-4D4C-9875-8EA1DE359798}" srcOrd="1" destOrd="0" presId="urn:microsoft.com/office/officeart/2016/7/layout/VerticalDownArrowProcess"/>
    <dgm:cxn modelId="{E60E61DD-D275-3E4B-B984-624C4A70E5B4}" type="presParOf" srcId="{21A1B711-BA74-3844-9B45-99522D0875E5}" destId="{E46DFE9A-2D57-1A41-9D53-8D1B1745267A}" srcOrd="2" destOrd="0" presId="urn:microsoft.com/office/officeart/2016/7/layout/VerticalDownArrowProcess"/>
    <dgm:cxn modelId="{E1F34C83-127B-0E4D-92C9-FA439BCA6F69}" type="presParOf" srcId="{7D00CD45-0002-E841-9E1A-D64A8AA183B7}" destId="{B0C731D4-241A-664B-B234-008B4BCC6A00}" srcOrd="7" destOrd="0" presId="urn:microsoft.com/office/officeart/2016/7/layout/VerticalDownArrowProcess"/>
    <dgm:cxn modelId="{CC0876A7-7455-084F-ACAB-11A821FFC158}" type="presParOf" srcId="{7D00CD45-0002-E841-9E1A-D64A8AA183B7}" destId="{3A2DDA50-4303-9845-BC9E-1E8B503A538B}" srcOrd="8" destOrd="0" presId="urn:microsoft.com/office/officeart/2016/7/layout/VerticalDownArrowProcess"/>
    <dgm:cxn modelId="{C736DD99-98CF-224A-83C9-BD76B1525E90}" type="presParOf" srcId="{3A2DDA50-4303-9845-BC9E-1E8B503A538B}" destId="{BE48CCD5-3F45-1F44-9516-F6766C2E37B1}" srcOrd="0" destOrd="0" presId="urn:microsoft.com/office/officeart/2016/7/layout/VerticalDownArrowProcess"/>
    <dgm:cxn modelId="{8F1D5A87-1E7A-F541-8DE4-CDF0135BEC3D}" type="presParOf" srcId="{3A2DDA50-4303-9845-BC9E-1E8B503A538B}" destId="{D3977F9D-98A0-D044-9BFC-55F23A4E5652}" srcOrd="1" destOrd="0" presId="urn:microsoft.com/office/officeart/2016/7/layout/VerticalDownArrowProcess"/>
    <dgm:cxn modelId="{8E0F474E-813D-0642-B2F1-7842794DACD8}" type="presParOf" srcId="{3A2DDA50-4303-9845-BC9E-1E8B503A538B}" destId="{708A2BC4-5F01-6942-91E2-DDB90F087049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C1CB39E-F36E-42DF-B924-D605B69738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2AE317D-9171-4183-89E7-1ACD06B1CB83}">
      <dgm:prSet/>
      <dgm:spPr/>
      <dgm:t>
        <a:bodyPr/>
        <a:lstStyle/>
        <a:p>
          <a:r>
            <a:rPr lang="en-US"/>
            <a:t>Each function has one job </a:t>
          </a:r>
        </a:p>
      </dgm:t>
    </dgm:pt>
    <dgm:pt modelId="{FEC7E8FC-B2A6-4D5F-8FFA-D94592725264}" type="parTrans" cxnId="{34A5BDBE-A3FB-4A90-B97F-7F7839B87E72}">
      <dgm:prSet/>
      <dgm:spPr/>
      <dgm:t>
        <a:bodyPr/>
        <a:lstStyle/>
        <a:p>
          <a:endParaRPr lang="en-US"/>
        </a:p>
      </dgm:t>
    </dgm:pt>
    <dgm:pt modelId="{F87B75C1-22C8-434A-AA4F-3F9301775951}" type="sibTrans" cxnId="{34A5BDBE-A3FB-4A90-B97F-7F7839B87E72}">
      <dgm:prSet/>
      <dgm:spPr/>
      <dgm:t>
        <a:bodyPr/>
        <a:lstStyle/>
        <a:p>
          <a:endParaRPr lang="en-US"/>
        </a:p>
      </dgm:t>
    </dgm:pt>
    <dgm:pt modelId="{831E3290-CFEF-4124-805C-2BC78051BDA1}">
      <dgm:prSet/>
      <dgm:spPr/>
      <dgm:t>
        <a:bodyPr/>
        <a:lstStyle/>
        <a:p>
          <a:r>
            <a:rPr lang="en-US"/>
            <a:t>Functions call other functions </a:t>
          </a:r>
        </a:p>
      </dgm:t>
    </dgm:pt>
    <dgm:pt modelId="{0A016EC4-D8A7-4861-85B8-51B77C2748D9}" type="parTrans" cxnId="{71C3ECF7-D1D4-4625-B248-14AB6ADCA5E0}">
      <dgm:prSet/>
      <dgm:spPr/>
      <dgm:t>
        <a:bodyPr/>
        <a:lstStyle/>
        <a:p>
          <a:endParaRPr lang="en-US"/>
        </a:p>
      </dgm:t>
    </dgm:pt>
    <dgm:pt modelId="{9DEFB57B-CE6F-4140-84E3-A30B6A37BF7C}" type="sibTrans" cxnId="{71C3ECF7-D1D4-4625-B248-14AB6ADCA5E0}">
      <dgm:prSet/>
      <dgm:spPr/>
      <dgm:t>
        <a:bodyPr/>
        <a:lstStyle/>
        <a:p>
          <a:endParaRPr lang="en-US"/>
        </a:p>
      </dgm:t>
    </dgm:pt>
    <dgm:pt modelId="{D1E42E62-F984-48CD-AE9D-C4A348E06E09}">
      <dgm:prSet/>
      <dgm:spPr/>
      <dgm:t>
        <a:bodyPr/>
        <a:lstStyle/>
        <a:p>
          <a:r>
            <a:rPr lang="en-US"/>
            <a:t>This makes code easier to understand and fix</a:t>
          </a:r>
        </a:p>
      </dgm:t>
    </dgm:pt>
    <dgm:pt modelId="{D4CD0F72-B87D-4920-B5F9-E2E0BF621948}" type="parTrans" cxnId="{FF3922CC-1472-4020-8327-12E11370BB95}">
      <dgm:prSet/>
      <dgm:spPr/>
      <dgm:t>
        <a:bodyPr/>
        <a:lstStyle/>
        <a:p>
          <a:endParaRPr lang="en-US"/>
        </a:p>
      </dgm:t>
    </dgm:pt>
    <dgm:pt modelId="{92EAED52-42AA-4CF9-B1CD-5C87352D0E7E}" type="sibTrans" cxnId="{FF3922CC-1472-4020-8327-12E11370BB95}">
      <dgm:prSet/>
      <dgm:spPr/>
      <dgm:t>
        <a:bodyPr/>
        <a:lstStyle/>
        <a:p>
          <a:endParaRPr lang="en-US"/>
        </a:p>
      </dgm:t>
    </dgm:pt>
    <dgm:pt modelId="{E187534A-2BDD-483C-9D85-965B921D56D7}" type="pres">
      <dgm:prSet presAssocID="{EC1CB39E-F36E-42DF-B924-D605B6973881}" presName="root" presStyleCnt="0">
        <dgm:presLayoutVars>
          <dgm:dir/>
          <dgm:resizeHandles val="exact"/>
        </dgm:presLayoutVars>
      </dgm:prSet>
      <dgm:spPr/>
    </dgm:pt>
    <dgm:pt modelId="{4EF1F419-4BD3-46F6-AE81-DE3D69D0BA47}" type="pres">
      <dgm:prSet presAssocID="{22AE317D-9171-4183-89E7-1ACD06B1CB83}" presName="compNode" presStyleCnt="0"/>
      <dgm:spPr/>
    </dgm:pt>
    <dgm:pt modelId="{717B7E40-E3AA-43E7-8099-B076DA69E254}" type="pres">
      <dgm:prSet presAssocID="{22AE317D-9171-4183-89E7-1ACD06B1CB83}" presName="bgRect" presStyleLbl="bgShp" presStyleIdx="0" presStyleCnt="3"/>
      <dgm:spPr/>
    </dgm:pt>
    <dgm:pt modelId="{6AEE76BF-53CA-4174-BEF5-E049742D96B5}" type="pres">
      <dgm:prSet presAssocID="{22AE317D-9171-4183-89E7-1ACD06B1CB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5E24481-692D-48A7-9A5A-D9675EE3680D}" type="pres">
      <dgm:prSet presAssocID="{22AE317D-9171-4183-89E7-1ACD06B1CB83}" presName="spaceRect" presStyleCnt="0"/>
      <dgm:spPr/>
    </dgm:pt>
    <dgm:pt modelId="{9E188803-DDA1-45F9-B892-0C4BEA54D1EA}" type="pres">
      <dgm:prSet presAssocID="{22AE317D-9171-4183-89E7-1ACD06B1CB83}" presName="parTx" presStyleLbl="revTx" presStyleIdx="0" presStyleCnt="3">
        <dgm:presLayoutVars>
          <dgm:chMax val="0"/>
          <dgm:chPref val="0"/>
        </dgm:presLayoutVars>
      </dgm:prSet>
      <dgm:spPr/>
    </dgm:pt>
    <dgm:pt modelId="{76396CA5-D53C-416E-A7FC-0381FDCA2DB2}" type="pres">
      <dgm:prSet presAssocID="{F87B75C1-22C8-434A-AA4F-3F9301775951}" presName="sibTrans" presStyleCnt="0"/>
      <dgm:spPr/>
    </dgm:pt>
    <dgm:pt modelId="{F09CC8EE-B59A-4124-AD02-F79E08B0591C}" type="pres">
      <dgm:prSet presAssocID="{831E3290-CFEF-4124-805C-2BC78051BDA1}" presName="compNode" presStyleCnt="0"/>
      <dgm:spPr/>
    </dgm:pt>
    <dgm:pt modelId="{B212C211-25C5-4BCB-9255-CA0AB623A73A}" type="pres">
      <dgm:prSet presAssocID="{831E3290-CFEF-4124-805C-2BC78051BDA1}" presName="bgRect" presStyleLbl="bgShp" presStyleIdx="1" presStyleCnt="3"/>
      <dgm:spPr/>
    </dgm:pt>
    <dgm:pt modelId="{DF0D5F54-389D-4A7E-B1CF-1B153D2B7118}" type="pres">
      <dgm:prSet presAssocID="{831E3290-CFEF-4124-805C-2BC78051BDA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A615959C-4ADC-4410-B6F3-C7AB17AA990F}" type="pres">
      <dgm:prSet presAssocID="{831E3290-CFEF-4124-805C-2BC78051BDA1}" presName="spaceRect" presStyleCnt="0"/>
      <dgm:spPr/>
    </dgm:pt>
    <dgm:pt modelId="{576EC379-A8D2-45C1-AE1C-1BE0B10004F5}" type="pres">
      <dgm:prSet presAssocID="{831E3290-CFEF-4124-805C-2BC78051BDA1}" presName="parTx" presStyleLbl="revTx" presStyleIdx="1" presStyleCnt="3">
        <dgm:presLayoutVars>
          <dgm:chMax val="0"/>
          <dgm:chPref val="0"/>
        </dgm:presLayoutVars>
      </dgm:prSet>
      <dgm:spPr/>
    </dgm:pt>
    <dgm:pt modelId="{F7DCBEB6-9757-46CE-8200-189FA8E397B4}" type="pres">
      <dgm:prSet presAssocID="{9DEFB57B-CE6F-4140-84E3-A30B6A37BF7C}" presName="sibTrans" presStyleCnt="0"/>
      <dgm:spPr/>
    </dgm:pt>
    <dgm:pt modelId="{58EDC05B-ECD9-4705-B8A8-0407AD6FF33D}" type="pres">
      <dgm:prSet presAssocID="{D1E42E62-F984-48CD-AE9D-C4A348E06E09}" presName="compNode" presStyleCnt="0"/>
      <dgm:spPr/>
    </dgm:pt>
    <dgm:pt modelId="{F552CE1D-3AD3-4437-BA48-4E5C0FF0D7B7}" type="pres">
      <dgm:prSet presAssocID="{D1E42E62-F984-48CD-AE9D-C4A348E06E09}" presName="bgRect" presStyleLbl="bgShp" presStyleIdx="2" presStyleCnt="3"/>
      <dgm:spPr/>
    </dgm:pt>
    <dgm:pt modelId="{65A4BB62-061B-4A74-953C-D996B2E84C39}" type="pres">
      <dgm:prSet presAssocID="{D1E42E62-F984-48CD-AE9D-C4A348E06E0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BF2D6A4-DD82-4390-9D39-9160E6B5A674}" type="pres">
      <dgm:prSet presAssocID="{D1E42E62-F984-48CD-AE9D-C4A348E06E09}" presName="spaceRect" presStyleCnt="0"/>
      <dgm:spPr/>
    </dgm:pt>
    <dgm:pt modelId="{7C6CCE4F-3CA5-4515-BD7A-975112BC017D}" type="pres">
      <dgm:prSet presAssocID="{D1E42E62-F984-48CD-AE9D-C4A348E06E0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4A87C1C-33D3-471A-9E1F-993D3838EAAD}" type="presOf" srcId="{EC1CB39E-F36E-42DF-B924-D605B6973881}" destId="{E187534A-2BDD-483C-9D85-965B921D56D7}" srcOrd="0" destOrd="0" presId="urn:microsoft.com/office/officeart/2018/2/layout/IconVerticalSolidList"/>
    <dgm:cxn modelId="{79B6DD60-0C48-476D-883A-A77EA01E81EC}" type="presOf" srcId="{22AE317D-9171-4183-89E7-1ACD06B1CB83}" destId="{9E188803-DDA1-45F9-B892-0C4BEA54D1EA}" srcOrd="0" destOrd="0" presId="urn:microsoft.com/office/officeart/2018/2/layout/IconVerticalSolidList"/>
    <dgm:cxn modelId="{34A5BDBE-A3FB-4A90-B97F-7F7839B87E72}" srcId="{EC1CB39E-F36E-42DF-B924-D605B6973881}" destId="{22AE317D-9171-4183-89E7-1ACD06B1CB83}" srcOrd="0" destOrd="0" parTransId="{FEC7E8FC-B2A6-4D5F-8FFA-D94592725264}" sibTransId="{F87B75C1-22C8-434A-AA4F-3F9301775951}"/>
    <dgm:cxn modelId="{FF3922CC-1472-4020-8327-12E11370BB95}" srcId="{EC1CB39E-F36E-42DF-B924-D605B6973881}" destId="{D1E42E62-F984-48CD-AE9D-C4A348E06E09}" srcOrd="2" destOrd="0" parTransId="{D4CD0F72-B87D-4920-B5F9-E2E0BF621948}" sibTransId="{92EAED52-42AA-4CF9-B1CD-5C87352D0E7E}"/>
    <dgm:cxn modelId="{9EDB28CD-DE1F-4938-9EBE-5F980CFF941D}" type="presOf" srcId="{D1E42E62-F984-48CD-AE9D-C4A348E06E09}" destId="{7C6CCE4F-3CA5-4515-BD7A-975112BC017D}" srcOrd="0" destOrd="0" presId="urn:microsoft.com/office/officeart/2018/2/layout/IconVerticalSolidList"/>
    <dgm:cxn modelId="{6A7906ED-D350-4B3A-AE96-3BB1C26F3203}" type="presOf" srcId="{831E3290-CFEF-4124-805C-2BC78051BDA1}" destId="{576EC379-A8D2-45C1-AE1C-1BE0B10004F5}" srcOrd="0" destOrd="0" presId="urn:microsoft.com/office/officeart/2018/2/layout/IconVerticalSolidList"/>
    <dgm:cxn modelId="{71C3ECF7-D1D4-4625-B248-14AB6ADCA5E0}" srcId="{EC1CB39E-F36E-42DF-B924-D605B6973881}" destId="{831E3290-CFEF-4124-805C-2BC78051BDA1}" srcOrd="1" destOrd="0" parTransId="{0A016EC4-D8A7-4861-85B8-51B77C2748D9}" sibTransId="{9DEFB57B-CE6F-4140-84E3-A30B6A37BF7C}"/>
    <dgm:cxn modelId="{320AE146-05AF-423C-A1DD-ADDF41F84E35}" type="presParOf" srcId="{E187534A-2BDD-483C-9D85-965B921D56D7}" destId="{4EF1F419-4BD3-46F6-AE81-DE3D69D0BA47}" srcOrd="0" destOrd="0" presId="urn:microsoft.com/office/officeart/2018/2/layout/IconVerticalSolidList"/>
    <dgm:cxn modelId="{E8AC8049-52D6-431D-8A40-32A6F0CE4BA3}" type="presParOf" srcId="{4EF1F419-4BD3-46F6-AE81-DE3D69D0BA47}" destId="{717B7E40-E3AA-43E7-8099-B076DA69E254}" srcOrd="0" destOrd="0" presId="urn:microsoft.com/office/officeart/2018/2/layout/IconVerticalSolidList"/>
    <dgm:cxn modelId="{E1651D5A-8C73-45DC-9971-E5B709BC47E5}" type="presParOf" srcId="{4EF1F419-4BD3-46F6-AE81-DE3D69D0BA47}" destId="{6AEE76BF-53CA-4174-BEF5-E049742D96B5}" srcOrd="1" destOrd="0" presId="urn:microsoft.com/office/officeart/2018/2/layout/IconVerticalSolidList"/>
    <dgm:cxn modelId="{B7C5186E-89A2-40BF-BF29-AD73D0231054}" type="presParOf" srcId="{4EF1F419-4BD3-46F6-AE81-DE3D69D0BA47}" destId="{85E24481-692D-48A7-9A5A-D9675EE3680D}" srcOrd="2" destOrd="0" presId="urn:microsoft.com/office/officeart/2018/2/layout/IconVerticalSolidList"/>
    <dgm:cxn modelId="{D4CA39BE-046C-4F82-9FE9-B9F157B76A63}" type="presParOf" srcId="{4EF1F419-4BD3-46F6-AE81-DE3D69D0BA47}" destId="{9E188803-DDA1-45F9-B892-0C4BEA54D1EA}" srcOrd="3" destOrd="0" presId="urn:microsoft.com/office/officeart/2018/2/layout/IconVerticalSolidList"/>
    <dgm:cxn modelId="{34C382A4-ED85-41B5-89D8-55B6AE7139FE}" type="presParOf" srcId="{E187534A-2BDD-483C-9D85-965B921D56D7}" destId="{76396CA5-D53C-416E-A7FC-0381FDCA2DB2}" srcOrd="1" destOrd="0" presId="urn:microsoft.com/office/officeart/2018/2/layout/IconVerticalSolidList"/>
    <dgm:cxn modelId="{5AEF8E8F-2D4D-4111-9945-D220FFF74A15}" type="presParOf" srcId="{E187534A-2BDD-483C-9D85-965B921D56D7}" destId="{F09CC8EE-B59A-4124-AD02-F79E08B0591C}" srcOrd="2" destOrd="0" presId="urn:microsoft.com/office/officeart/2018/2/layout/IconVerticalSolidList"/>
    <dgm:cxn modelId="{AD45674B-34D1-4D92-AA40-FEF414515F10}" type="presParOf" srcId="{F09CC8EE-B59A-4124-AD02-F79E08B0591C}" destId="{B212C211-25C5-4BCB-9255-CA0AB623A73A}" srcOrd="0" destOrd="0" presId="urn:microsoft.com/office/officeart/2018/2/layout/IconVerticalSolidList"/>
    <dgm:cxn modelId="{E46D0942-EC54-482A-BFCF-8595D18BEFDA}" type="presParOf" srcId="{F09CC8EE-B59A-4124-AD02-F79E08B0591C}" destId="{DF0D5F54-389D-4A7E-B1CF-1B153D2B7118}" srcOrd="1" destOrd="0" presId="urn:microsoft.com/office/officeart/2018/2/layout/IconVerticalSolidList"/>
    <dgm:cxn modelId="{EA0E6775-2C5F-4448-B32D-E063BB423804}" type="presParOf" srcId="{F09CC8EE-B59A-4124-AD02-F79E08B0591C}" destId="{A615959C-4ADC-4410-B6F3-C7AB17AA990F}" srcOrd="2" destOrd="0" presId="urn:microsoft.com/office/officeart/2018/2/layout/IconVerticalSolidList"/>
    <dgm:cxn modelId="{A1507C6C-6AF4-4E9B-8895-016463359230}" type="presParOf" srcId="{F09CC8EE-B59A-4124-AD02-F79E08B0591C}" destId="{576EC379-A8D2-45C1-AE1C-1BE0B10004F5}" srcOrd="3" destOrd="0" presId="urn:microsoft.com/office/officeart/2018/2/layout/IconVerticalSolidList"/>
    <dgm:cxn modelId="{5422C9CA-3541-4C55-85FA-E1E00C21A5C5}" type="presParOf" srcId="{E187534A-2BDD-483C-9D85-965B921D56D7}" destId="{F7DCBEB6-9757-46CE-8200-189FA8E397B4}" srcOrd="3" destOrd="0" presId="urn:microsoft.com/office/officeart/2018/2/layout/IconVerticalSolidList"/>
    <dgm:cxn modelId="{90835A6D-6D6C-432D-9A2F-3B14EFA09210}" type="presParOf" srcId="{E187534A-2BDD-483C-9D85-965B921D56D7}" destId="{58EDC05B-ECD9-4705-B8A8-0407AD6FF33D}" srcOrd="4" destOrd="0" presId="urn:microsoft.com/office/officeart/2018/2/layout/IconVerticalSolidList"/>
    <dgm:cxn modelId="{A50CFDE0-F658-47DD-90DC-663B66654077}" type="presParOf" srcId="{58EDC05B-ECD9-4705-B8A8-0407AD6FF33D}" destId="{F552CE1D-3AD3-4437-BA48-4E5C0FF0D7B7}" srcOrd="0" destOrd="0" presId="urn:microsoft.com/office/officeart/2018/2/layout/IconVerticalSolidList"/>
    <dgm:cxn modelId="{9E73451C-4EF7-42CC-B473-15F879CB0489}" type="presParOf" srcId="{58EDC05B-ECD9-4705-B8A8-0407AD6FF33D}" destId="{65A4BB62-061B-4A74-953C-D996B2E84C39}" srcOrd="1" destOrd="0" presId="urn:microsoft.com/office/officeart/2018/2/layout/IconVerticalSolidList"/>
    <dgm:cxn modelId="{F24F0DD1-B76C-41FD-A883-F57E866B0354}" type="presParOf" srcId="{58EDC05B-ECD9-4705-B8A8-0407AD6FF33D}" destId="{CBF2D6A4-DD82-4390-9D39-9160E6B5A674}" srcOrd="2" destOrd="0" presId="urn:microsoft.com/office/officeart/2018/2/layout/IconVerticalSolidList"/>
    <dgm:cxn modelId="{9D6B739E-495D-4270-ABB4-1266753C3D49}" type="presParOf" srcId="{58EDC05B-ECD9-4705-B8A8-0407AD6FF33D}" destId="{7C6CCE4F-3CA5-4515-BD7A-975112BC01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9815E3A-441D-45A4-A9D2-AEBB1E85003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E1A458-74F6-49C7-9440-12A3FFB516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Change the symbols from 'X' and 'O' to '🔴' and '🔵'</a:t>
          </a:r>
        </a:p>
      </dgm:t>
    </dgm:pt>
    <dgm:pt modelId="{29521C03-DE29-4BCE-A281-38BB51D13638}" type="parTrans" cxnId="{767FF0FB-E614-44B6-AF10-7F127B62C985}">
      <dgm:prSet/>
      <dgm:spPr/>
      <dgm:t>
        <a:bodyPr/>
        <a:lstStyle/>
        <a:p>
          <a:endParaRPr lang="en-US"/>
        </a:p>
      </dgm:t>
    </dgm:pt>
    <dgm:pt modelId="{5654BA9C-3D03-4AB6-99B7-69571450ED0E}" type="sibTrans" cxnId="{767FF0FB-E614-44B6-AF10-7F127B62C985}">
      <dgm:prSet/>
      <dgm:spPr/>
      <dgm:t>
        <a:bodyPr/>
        <a:lstStyle/>
        <a:p>
          <a:endParaRPr lang="en-US"/>
        </a:p>
      </dgm:t>
    </dgm:pt>
    <dgm:pt modelId="{437AC0E8-1404-4A94-8B06-6AAF469E7B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 the board bigger (8x8 instead of 6x7)</a:t>
          </a:r>
        </a:p>
      </dgm:t>
    </dgm:pt>
    <dgm:pt modelId="{73302D46-4AD9-4023-A6D8-10B9EE6B5EC0}" type="parTrans" cxnId="{83FD499D-8ABE-4FEA-9DA9-8A2C2F952742}">
      <dgm:prSet/>
      <dgm:spPr/>
      <dgm:t>
        <a:bodyPr/>
        <a:lstStyle/>
        <a:p>
          <a:endParaRPr lang="en-US"/>
        </a:p>
      </dgm:t>
    </dgm:pt>
    <dgm:pt modelId="{495DF837-A369-4B05-BE96-0D20110E88B8}" type="sibTrans" cxnId="{83FD499D-8ABE-4FEA-9DA9-8A2C2F952742}">
      <dgm:prSet/>
      <dgm:spPr/>
      <dgm:t>
        <a:bodyPr/>
        <a:lstStyle/>
        <a:p>
          <a:endParaRPr lang="en-US"/>
        </a:p>
      </dgm:t>
    </dgm:pt>
    <dgm:pt modelId="{3DA18592-2D2D-4BD5-AB44-F799C2FD73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 player names instead of "Player 1" and "Player 2"</a:t>
          </a:r>
        </a:p>
      </dgm:t>
    </dgm:pt>
    <dgm:pt modelId="{3B5E0270-746F-4418-8A80-F8314A41D28A}" type="parTrans" cxnId="{69CEA977-0FF8-46BE-BDA2-B04E42B38F78}">
      <dgm:prSet/>
      <dgm:spPr/>
      <dgm:t>
        <a:bodyPr/>
        <a:lstStyle/>
        <a:p>
          <a:endParaRPr lang="en-US"/>
        </a:p>
      </dgm:t>
    </dgm:pt>
    <dgm:pt modelId="{45B636F6-D47D-442C-BE6A-E6B983F8FE11}" type="sibTrans" cxnId="{69CEA977-0FF8-46BE-BDA2-B04E42B38F78}">
      <dgm:prSet/>
      <dgm:spPr/>
      <dgm:t>
        <a:bodyPr/>
        <a:lstStyle/>
        <a:p>
          <a:endParaRPr lang="en-US"/>
        </a:p>
      </dgm:t>
    </dgm:pt>
    <dgm:pt modelId="{BEA173F3-BCFA-4666-A54E-EDD1F8FAD1F3}" type="pres">
      <dgm:prSet presAssocID="{C9815E3A-441D-45A4-A9D2-AEBB1E850036}" presName="root" presStyleCnt="0">
        <dgm:presLayoutVars>
          <dgm:dir/>
          <dgm:resizeHandles val="exact"/>
        </dgm:presLayoutVars>
      </dgm:prSet>
      <dgm:spPr/>
    </dgm:pt>
    <dgm:pt modelId="{459975A5-371E-48F5-B395-94AF6C42642C}" type="pres">
      <dgm:prSet presAssocID="{D4E1A458-74F6-49C7-9440-12A3FFB51628}" presName="compNode" presStyleCnt="0"/>
      <dgm:spPr/>
    </dgm:pt>
    <dgm:pt modelId="{4E72D0E6-1FD4-4B88-A28F-EE6DAD60F53E}" type="pres">
      <dgm:prSet presAssocID="{D4E1A458-74F6-49C7-9440-12A3FFB51628}" presName="bgRect" presStyleLbl="bgShp" presStyleIdx="0" presStyleCnt="3"/>
      <dgm:spPr/>
    </dgm:pt>
    <dgm:pt modelId="{149F5628-66C6-4279-91F9-8143215A8BC6}" type="pres">
      <dgm:prSet presAssocID="{D4E1A458-74F6-49C7-9440-12A3FFB5162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F980DDC8-EC81-4C17-B406-801E7DFAAF49}" type="pres">
      <dgm:prSet presAssocID="{D4E1A458-74F6-49C7-9440-12A3FFB51628}" presName="spaceRect" presStyleCnt="0"/>
      <dgm:spPr/>
    </dgm:pt>
    <dgm:pt modelId="{7A7A3EB7-3F26-47C0-9781-66E3961C2853}" type="pres">
      <dgm:prSet presAssocID="{D4E1A458-74F6-49C7-9440-12A3FFB51628}" presName="parTx" presStyleLbl="revTx" presStyleIdx="0" presStyleCnt="3">
        <dgm:presLayoutVars>
          <dgm:chMax val="0"/>
          <dgm:chPref val="0"/>
        </dgm:presLayoutVars>
      </dgm:prSet>
      <dgm:spPr/>
    </dgm:pt>
    <dgm:pt modelId="{6ED7FC55-65B4-46C2-B4FD-51AB87F7DDA7}" type="pres">
      <dgm:prSet presAssocID="{5654BA9C-3D03-4AB6-99B7-69571450ED0E}" presName="sibTrans" presStyleCnt="0"/>
      <dgm:spPr/>
    </dgm:pt>
    <dgm:pt modelId="{D4449816-98DF-4B57-A75A-DA95D42E43BF}" type="pres">
      <dgm:prSet presAssocID="{437AC0E8-1404-4A94-8B06-6AAF469E7BD1}" presName="compNode" presStyleCnt="0"/>
      <dgm:spPr/>
    </dgm:pt>
    <dgm:pt modelId="{04419AD9-D4E7-4D43-A25F-CCEA6642E10B}" type="pres">
      <dgm:prSet presAssocID="{437AC0E8-1404-4A94-8B06-6AAF469E7BD1}" presName="bgRect" presStyleLbl="bgShp" presStyleIdx="1" presStyleCnt="3"/>
      <dgm:spPr/>
    </dgm:pt>
    <dgm:pt modelId="{D3E50A15-179B-45CC-AA75-F948AFCF11A5}" type="pres">
      <dgm:prSet presAssocID="{437AC0E8-1404-4A94-8B06-6AAF469E7BD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77F561B-D189-43C6-B0F9-95809513E37B}" type="pres">
      <dgm:prSet presAssocID="{437AC0E8-1404-4A94-8B06-6AAF469E7BD1}" presName="spaceRect" presStyleCnt="0"/>
      <dgm:spPr/>
    </dgm:pt>
    <dgm:pt modelId="{D622D7CB-1E04-47CC-9114-72289A7B9E6B}" type="pres">
      <dgm:prSet presAssocID="{437AC0E8-1404-4A94-8B06-6AAF469E7BD1}" presName="parTx" presStyleLbl="revTx" presStyleIdx="1" presStyleCnt="3">
        <dgm:presLayoutVars>
          <dgm:chMax val="0"/>
          <dgm:chPref val="0"/>
        </dgm:presLayoutVars>
      </dgm:prSet>
      <dgm:spPr/>
    </dgm:pt>
    <dgm:pt modelId="{6638B41F-DC75-4D60-AC45-30249D7286D4}" type="pres">
      <dgm:prSet presAssocID="{495DF837-A369-4B05-BE96-0D20110E88B8}" presName="sibTrans" presStyleCnt="0"/>
      <dgm:spPr/>
    </dgm:pt>
    <dgm:pt modelId="{4F730E6F-6DAB-4685-9861-43FF7DFCB77D}" type="pres">
      <dgm:prSet presAssocID="{3DA18592-2D2D-4BD5-AB44-F799C2FD73F0}" presName="compNode" presStyleCnt="0"/>
      <dgm:spPr/>
    </dgm:pt>
    <dgm:pt modelId="{CF96FB77-098D-48E7-8D45-9D2CF80A7954}" type="pres">
      <dgm:prSet presAssocID="{3DA18592-2D2D-4BD5-AB44-F799C2FD73F0}" presName="bgRect" presStyleLbl="bgShp" presStyleIdx="2" presStyleCnt="3"/>
      <dgm:spPr/>
    </dgm:pt>
    <dgm:pt modelId="{0064B037-9324-481A-B7EE-C729F38AA30B}" type="pres">
      <dgm:prSet presAssocID="{3DA18592-2D2D-4BD5-AB44-F799C2FD73F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526B96B-9F1D-42F3-ADC0-A88450D45ABA}" type="pres">
      <dgm:prSet presAssocID="{3DA18592-2D2D-4BD5-AB44-F799C2FD73F0}" presName="spaceRect" presStyleCnt="0"/>
      <dgm:spPr/>
    </dgm:pt>
    <dgm:pt modelId="{A298D9C9-FAFA-45DA-9842-16AB407B67B4}" type="pres">
      <dgm:prSet presAssocID="{3DA18592-2D2D-4BD5-AB44-F799C2FD73F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338DC0F-DEC3-46AB-8BEA-15298B61199C}" type="presOf" srcId="{D4E1A458-74F6-49C7-9440-12A3FFB51628}" destId="{7A7A3EB7-3F26-47C0-9781-66E3961C2853}" srcOrd="0" destOrd="0" presId="urn:microsoft.com/office/officeart/2018/2/layout/IconVerticalSolidList"/>
    <dgm:cxn modelId="{57345364-05D6-43F3-B1D1-70C5C734B398}" type="presOf" srcId="{3DA18592-2D2D-4BD5-AB44-F799C2FD73F0}" destId="{A298D9C9-FAFA-45DA-9842-16AB407B67B4}" srcOrd="0" destOrd="0" presId="urn:microsoft.com/office/officeart/2018/2/layout/IconVerticalSolidList"/>
    <dgm:cxn modelId="{69CEA977-0FF8-46BE-BDA2-B04E42B38F78}" srcId="{C9815E3A-441D-45A4-A9D2-AEBB1E850036}" destId="{3DA18592-2D2D-4BD5-AB44-F799C2FD73F0}" srcOrd="2" destOrd="0" parTransId="{3B5E0270-746F-4418-8A80-F8314A41D28A}" sibTransId="{45B636F6-D47D-442C-BE6A-E6B983F8FE11}"/>
    <dgm:cxn modelId="{83FD499D-8ABE-4FEA-9DA9-8A2C2F952742}" srcId="{C9815E3A-441D-45A4-A9D2-AEBB1E850036}" destId="{437AC0E8-1404-4A94-8B06-6AAF469E7BD1}" srcOrd="1" destOrd="0" parTransId="{73302D46-4AD9-4023-A6D8-10B9EE6B5EC0}" sibTransId="{495DF837-A369-4B05-BE96-0D20110E88B8}"/>
    <dgm:cxn modelId="{A34A71D2-C480-4473-A3FB-AF1A274A4F5E}" type="presOf" srcId="{C9815E3A-441D-45A4-A9D2-AEBB1E850036}" destId="{BEA173F3-BCFA-4666-A54E-EDD1F8FAD1F3}" srcOrd="0" destOrd="0" presId="urn:microsoft.com/office/officeart/2018/2/layout/IconVerticalSolidList"/>
    <dgm:cxn modelId="{6A2056D4-ABC1-4E31-9285-254FE31D5340}" type="presOf" srcId="{437AC0E8-1404-4A94-8B06-6AAF469E7BD1}" destId="{D622D7CB-1E04-47CC-9114-72289A7B9E6B}" srcOrd="0" destOrd="0" presId="urn:microsoft.com/office/officeart/2018/2/layout/IconVerticalSolidList"/>
    <dgm:cxn modelId="{767FF0FB-E614-44B6-AF10-7F127B62C985}" srcId="{C9815E3A-441D-45A4-A9D2-AEBB1E850036}" destId="{D4E1A458-74F6-49C7-9440-12A3FFB51628}" srcOrd="0" destOrd="0" parTransId="{29521C03-DE29-4BCE-A281-38BB51D13638}" sibTransId="{5654BA9C-3D03-4AB6-99B7-69571450ED0E}"/>
    <dgm:cxn modelId="{F4C4F0B7-BC0F-4650-BD59-9FD3DA2FF0C3}" type="presParOf" srcId="{BEA173F3-BCFA-4666-A54E-EDD1F8FAD1F3}" destId="{459975A5-371E-48F5-B395-94AF6C42642C}" srcOrd="0" destOrd="0" presId="urn:microsoft.com/office/officeart/2018/2/layout/IconVerticalSolidList"/>
    <dgm:cxn modelId="{ADA9F7ED-B00F-4AFC-A267-35FDBA46014C}" type="presParOf" srcId="{459975A5-371E-48F5-B395-94AF6C42642C}" destId="{4E72D0E6-1FD4-4B88-A28F-EE6DAD60F53E}" srcOrd="0" destOrd="0" presId="urn:microsoft.com/office/officeart/2018/2/layout/IconVerticalSolidList"/>
    <dgm:cxn modelId="{E7EA4DA9-B550-4440-A018-575853DEBD05}" type="presParOf" srcId="{459975A5-371E-48F5-B395-94AF6C42642C}" destId="{149F5628-66C6-4279-91F9-8143215A8BC6}" srcOrd="1" destOrd="0" presId="urn:microsoft.com/office/officeart/2018/2/layout/IconVerticalSolidList"/>
    <dgm:cxn modelId="{2B13C64E-D6F3-4C7B-8F98-B03B31A09AA2}" type="presParOf" srcId="{459975A5-371E-48F5-B395-94AF6C42642C}" destId="{F980DDC8-EC81-4C17-B406-801E7DFAAF49}" srcOrd="2" destOrd="0" presId="urn:microsoft.com/office/officeart/2018/2/layout/IconVerticalSolidList"/>
    <dgm:cxn modelId="{8F2CC9F6-D5C8-4DEF-9E38-B4B280547176}" type="presParOf" srcId="{459975A5-371E-48F5-B395-94AF6C42642C}" destId="{7A7A3EB7-3F26-47C0-9781-66E3961C2853}" srcOrd="3" destOrd="0" presId="urn:microsoft.com/office/officeart/2018/2/layout/IconVerticalSolidList"/>
    <dgm:cxn modelId="{448419C0-59D2-431F-8378-B74C7C6D911F}" type="presParOf" srcId="{BEA173F3-BCFA-4666-A54E-EDD1F8FAD1F3}" destId="{6ED7FC55-65B4-46C2-B4FD-51AB87F7DDA7}" srcOrd="1" destOrd="0" presId="urn:microsoft.com/office/officeart/2018/2/layout/IconVerticalSolidList"/>
    <dgm:cxn modelId="{A6B76D82-C37D-4C4F-9FF9-0AB889422C20}" type="presParOf" srcId="{BEA173F3-BCFA-4666-A54E-EDD1F8FAD1F3}" destId="{D4449816-98DF-4B57-A75A-DA95D42E43BF}" srcOrd="2" destOrd="0" presId="urn:microsoft.com/office/officeart/2018/2/layout/IconVerticalSolidList"/>
    <dgm:cxn modelId="{C4A0163F-2A67-4F58-A5C3-2B1E75077731}" type="presParOf" srcId="{D4449816-98DF-4B57-A75A-DA95D42E43BF}" destId="{04419AD9-D4E7-4D43-A25F-CCEA6642E10B}" srcOrd="0" destOrd="0" presId="urn:microsoft.com/office/officeart/2018/2/layout/IconVerticalSolidList"/>
    <dgm:cxn modelId="{34B2D9DE-4951-4EF7-A0A0-6972688CC5F8}" type="presParOf" srcId="{D4449816-98DF-4B57-A75A-DA95D42E43BF}" destId="{D3E50A15-179B-45CC-AA75-F948AFCF11A5}" srcOrd="1" destOrd="0" presId="urn:microsoft.com/office/officeart/2018/2/layout/IconVerticalSolidList"/>
    <dgm:cxn modelId="{A848054F-9317-4CA2-A5C0-E0A96D487DAD}" type="presParOf" srcId="{D4449816-98DF-4B57-A75A-DA95D42E43BF}" destId="{177F561B-D189-43C6-B0F9-95809513E37B}" srcOrd="2" destOrd="0" presId="urn:microsoft.com/office/officeart/2018/2/layout/IconVerticalSolidList"/>
    <dgm:cxn modelId="{76C2E8AE-67D7-4FEE-BE85-4B78DEC7C505}" type="presParOf" srcId="{D4449816-98DF-4B57-A75A-DA95D42E43BF}" destId="{D622D7CB-1E04-47CC-9114-72289A7B9E6B}" srcOrd="3" destOrd="0" presId="urn:microsoft.com/office/officeart/2018/2/layout/IconVerticalSolidList"/>
    <dgm:cxn modelId="{201B0AC7-4722-4CF5-992B-7F44A0066C9B}" type="presParOf" srcId="{BEA173F3-BCFA-4666-A54E-EDD1F8FAD1F3}" destId="{6638B41F-DC75-4D60-AC45-30249D7286D4}" srcOrd="3" destOrd="0" presId="urn:microsoft.com/office/officeart/2018/2/layout/IconVerticalSolidList"/>
    <dgm:cxn modelId="{729EDD28-4BE5-49F0-AEAE-799792F2DCA6}" type="presParOf" srcId="{BEA173F3-BCFA-4666-A54E-EDD1F8FAD1F3}" destId="{4F730E6F-6DAB-4685-9861-43FF7DFCB77D}" srcOrd="4" destOrd="0" presId="urn:microsoft.com/office/officeart/2018/2/layout/IconVerticalSolidList"/>
    <dgm:cxn modelId="{40356F09-1D10-44D0-8FBC-92FAEB2E6976}" type="presParOf" srcId="{4F730E6F-6DAB-4685-9861-43FF7DFCB77D}" destId="{CF96FB77-098D-48E7-8D45-9D2CF80A7954}" srcOrd="0" destOrd="0" presId="urn:microsoft.com/office/officeart/2018/2/layout/IconVerticalSolidList"/>
    <dgm:cxn modelId="{8B0C6902-C4A2-4858-8F7F-5766B808C83B}" type="presParOf" srcId="{4F730E6F-6DAB-4685-9861-43FF7DFCB77D}" destId="{0064B037-9324-481A-B7EE-C729F38AA30B}" srcOrd="1" destOrd="0" presId="urn:microsoft.com/office/officeart/2018/2/layout/IconVerticalSolidList"/>
    <dgm:cxn modelId="{61F04FA1-9BF6-41D7-A957-857F278BC4E8}" type="presParOf" srcId="{4F730E6F-6DAB-4685-9861-43FF7DFCB77D}" destId="{C526B96B-9F1D-42F3-ADC0-A88450D45ABA}" srcOrd="2" destOrd="0" presId="urn:microsoft.com/office/officeart/2018/2/layout/IconVerticalSolidList"/>
    <dgm:cxn modelId="{D9AF5501-06D6-4640-8BF5-FBABB46A9992}" type="presParOf" srcId="{4F730E6F-6DAB-4685-9861-43FF7DFCB77D}" destId="{A298D9C9-FAFA-45DA-9842-16AB407B67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8DADA24-9BA7-43CC-A1AE-736BF19FF465}" type="doc">
      <dgm:prSet loTypeId="urn:microsoft.com/office/officeart/2016/7/layout/VerticalSolidAction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5B2810-60FD-4B86-8D5E-2B9AFD2E58BF}">
      <dgm:prSet/>
      <dgm:spPr/>
      <dgm:t>
        <a:bodyPr/>
        <a:lstStyle/>
        <a:p>
          <a:r>
            <a:rPr lang="en-US" b="1"/>
            <a:t>Data Structures:</a:t>
          </a:r>
          <a:endParaRPr lang="en-US"/>
        </a:p>
      </dgm:t>
    </dgm:pt>
    <dgm:pt modelId="{3C4E6A4A-68C3-49DB-B455-DA8AF0F44D17}" type="parTrans" cxnId="{034A782B-150F-41E6-B2F1-DF041EC27980}">
      <dgm:prSet/>
      <dgm:spPr/>
      <dgm:t>
        <a:bodyPr/>
        <a:lstStyle/>
        <a:p>
          <a:endParaRPr lang="en-US"/>
        </a:p>
      </dgm:t>
    </dgm:pt>
    <dgm:pt modelId="{38655575-94B0-418D-899B-9F8BCC2D933D}" type="sibTrans" cxnId="{034A782B-150F-41E6-B2F1-DF041EC27980}">
      <dgm:prSet/>
      <dgm:spPr/>
      <dgm:t>
        <a:bodyPr/>
        <a:lstStyle/>
        <a:p>
          <a:endParaRPr lang="en-US"/>
        </a:p>
      </dgm:t>
    </dgm:pt>
    <dgm:pt modelId="{9A8AF087-5FA1-451B-A018-A64EFE8BE2F3}">
      <dgm:prSet/>
      <dgm:spPr/>
      <dgm:t>
        <a:bodyPr/>
        <a:lstStyle/>
        <a:p>
          <a:r>
            <a:rPr lang="en-US" b="1"/>
            <a:t>Lists</a:t>
          </a:r>
          <a:r>
            <a:rPr lang="en-US"/>
            <a:t> - Store multiple pieces of information</a:t>
          </a:r>
        </a:p>
      </dgm:t>
    </dgm:pt>
    <dgm:pt modelId="{FFB6A440-86FE-4856-AF2A-4D7A9E9EF719}" type="parTrans" cxnId="{AE6436FB-FAF9-42AF-A0C3-99B69F6EDD0A}">
      <dgm:prSet/>
      <dgm:spPr/>
      <dgm:t>
        <a:bodyPr/>
        <a:lstStyle/>
        <a:p>
          <a:endParaRPr lang="en-US"/>
        </a:p>
      </dgm:t>
    </dgm:pt>
    <dgm:pt modelId="{AF893D3E-CA76-41C9-9A2B-9C7021192314}" type="sibTrans" cxnId="{AE6436FB-FAF9-42AF-A0C3-99B69F6EDD0A}">
      <dgm:prSet/>
      <dgm:spPr/>
      <dgm:t>
        <a:bodyPr/>
        <a:lstStyle/>
        <a:p>
          <a:endParaRPr lang="en-US"/>
        </a:p>
      </dgm:t>
    </dgm:pt>
    <dgm:pt modelId="{8242D342-1A1D-4BB2-892A-84F6CF09B0F4}">
      <dgm:prSet/>
      <dgm:spPr/>
      <dgm:t>
        <a:bodyPr/>
        <a:lstStyle/>
        <a:p>
          <a:r>
            <a:rPr lang="en-US" b="1"/>
            <a:t>2D Lists</a:t>
          </a:r>
          <a:r>
            <a:rPr lang="en-US"/>
            <a:t> - Lists inside lists (like our game board)</a:t>
          </a:r>
        </a:p>
      </dgm:t>
    </dgm:pt>
    <dgm:pt modelId="{7DDF229F-C699-4A3F-8571-3E1E18AA9A98}" type="parTrans" cxnId="{3282B9DC-92DE-4722-B84D-33503615730F}">
      <dgm:prSet/>
      <dgm:spPr/>
      <dgm:t>
        <a:bodyPr/>
        <a:lstStyle/>
        <a:p>
          <a:endParaRPr lang="en-US"/>
        </a:p>
      </dgm:t>
    </dgm:pt>
    <dgm:pt modelId="{4FC77570-2834-4895-9CCB-306607BC84E7}" type="sibTrans" cxnId="{3282B9DC-92DE-4722-B84D-33503615730F}">
      <dgm:prSet/>
      <dgm:spPr/>
      <dgm:t>
        <a:bodyPr/>
        <a:lstStyle/>
        <a:p>
          <a:endParaRPr lang="en-US"/>
        </a:p>
      </dgm:t>
    </dgm:pt>
    <dgm:pt modelId="{8788EBDD-5DBC-41F0-9B99-981BE9EC3FA6}">
      <dgm:prSet/>
      <dgm:spPr/>
      <dgm:t>
        <a:bodyPr/>
        <a:lstStyle/>
        <a:p>
          <a:r>
            <a:rPr lang="en-US" b="1"/>
            <a:t>Control Flow:</a:t>
          </a:r>
          <a:endParaRPr lang="en-US"/>
        </a:p>
      </dgm:t>
    </dgm:pt>
    <dgm:pt modelId="{72916729-C8B6-44D9-97B2-76593EB30C6F}" type="parTrans" cxnId="{A4FA98CF-FDB9-44D3-86B5-47E8EE6DD740}">
      <dgm:prSet/>
      <dgm:spPr/>
      <dgm:t>
        <a:bodyPr/>
        <a:lstStyle/>
        <a:p>
          <a:endParaRPr lang="en-US"/>
        </a:p>
      </dgm:t>
    </dgm:pt>
    <dgm:pt modelId="{B42D9945-53D4-40EC-9809-5518630F31D0}" type="sibTrans" cxnId="{A4FA98CF-FDB9-44D3-86B5-47E8EE6DD740}">
      <dgm:prSet/>
      <dgm:spPr/>
      <dgm:t>
        <a:bodyPr/>
        <a:lstStyle/>
        <a:p>
          <a:endParaRPr lang="en-US"/>
        </a:p>
      </dgm:t>
    </dgm:pt>
    <dgm:pt modelId="{A15D1D51-2FAB-4596-8639-6EBA8736E85A}">
      <dgm:prSet/>
      <dgm:spPr/>
      <dgm:t>
        <a:bodyPr/>
        <a:lstStyle/>
        <a:p>
          <a:r>
            <a:rPr lang="en-US" b="1"/>
            <a:t>Loops</a:t>
          </a:r>
          <a:r>
            <a:rPr lang="en-US"/>
            <a:t> - Repeat actions (for, while)</a:t>
          </a:r>
        </a:p>
      </dgm:t>
    </dgm:pt>
    <dgm:pt modelId="{C64DA9FA-C3DE-420C-9C49-21550255DF2C}" type="parTrans" cxnId="{3FA93DA3-0D83-4215-A20F-7EDEE2B99B28}">
      <dgm:prSet/>
      <dgm:spPr/>
      <dgm:t>
        <a:bodyPr/>
        <a:lstStyle/>
        <a:p>
          <a:endParaRPr lang="en-US"/>
        </a:p>
      </dgm:t>
    </dgm:pt>
    <dgm:pt modelId="{CB95D7B3-9058-4DA5-AD3A-EA9CD4D8DE6F}" type="sibTrans" cxnId="{3FA93DA3-0D83-4215-A20F-7EDEE2B99B28}">
      <dgm:prSet/>
      <dgm:spPr/>
      <dgm:t>
        <a:bodyPr/>
        <a:lstStyle/>
        <a:p>
          <a:endParaRPr lang="en-US"/>
        </a:p>
      </dgm:t>
    </dgm:pt>
    <dgm:pt modelId="{EABFAA09-1B98-431A-96CD-307921FB2859}">
      <dgm:prSet/>
      <dgm:spPr/>
      <dgm:t>
        <a:bodyPr/>
        <a:lstStyle/>
        <a:p>
          <a:r>
            <a:rPr lang="en-US" b="1"/>
            <a:t>Conditions</a:t>
          </a:r>
          <a:r>
            <a:rPr lang="en-US"/>
            <a:t> - Make decisions (if, else)</a:t>
          </a:r>
        </a:p>
      </dgm:t>
    </dgm:pt>
    <dgm:pt modelId="{0C46AECD-D5D6-47BF-A28A-27CF443D2535}" type="parTrans" cxnId="{101F8BE5-991B-45E2-B962-817C1844754E}">
      <dgm:prSet/>
      <dgm:spPr/>
      <dgm:t>
        <a:bodyPr/>
        <a:lstStyle/>
        <a:p>
          <a:endParaRPr lang="en-US"/>
        </a:p>
      </dgm:t>
    </dgm:pt>
    <dgm:pt modelId="{2882DC4C-C89A-4A4D-93EF-1F42C5B8AD61}" type="sibTrans" cxnId="{101F8BE5-991B-45E2-B962-817C1844754E}">
      <dgm:prSet/>
      <dgm:spPr/>
      <dgm:t>
        <a:bodyPr/>
        <a:lstStyle/>
        <a:p>
          <a:endParaRPr lang="en-US"/>
        </a:p>
      </dgm:t>
    </dgm:pt>
    <dgm:pt modelId="{2CDD1949-A459-4623-9036-96F660E2D353}">
      <dgm:prSet/>
      <dgm:spPr/>
      <dgm:t>
        <a:bodyPr/>
        <a:lstStyle/>
        <a:p>
          <a:r>
            <a:rPr lang="en-US" b="1"/>
            <a:t>Functions:</a:t>
          </a:r>
          <a:endParaRPr lang="en-US"/>
        </a:p>
      </dgm:t>
    </dgm:pt>
    <dgm:pt modelId="{1551EA7A-AB59-4C84-9CE6-2B647045F8B3}" type="parTrans" cxnId="{B1428A5F-506A-476E-AFB1-1942E1301EE4}">
      <dgm:prSet/>
      <dgm:spPr/>
      <dgm:t>
        <a:bodyPr/>
        <a:lstStyle/>
        <a:p>
          <a:endParaRPr lang="en-US"/>
        </a:p>
      </dgm:t>
    </dgm:pt>
    <dgm:pt modelId="{9512AE73-9F38-49C7-A957-B624B269109E}" type="sibTrans" cxnId="{B1428A5F-506A-476E-AFB1-1942E1301EE4}">
      <dgm:prSet/>
      <dgm:spPr/>
      <dgm:t>
        <a:bodyPr/>
        <a:lstStyle/>
        <a:p>
          <a:endParaRPr lang="en-US"/>
        </a:p>
      </dgm:t>
    </dgm:pt>
    <dgm:pt modelId="{03FE1F01-035C-4777-9DD9-DEE703A5F85C}">
      <dgm:prSet/>
      <dgm:spPr/>
      <dgm:t>
        <a:bodyPr/>
        <a:lstStyle/>
        <a:p>
          <a:r>
            <a:rPr lang="en-US" b="1"/>
            <a:t>Organization</a:t>
          </a:r>
          <a:r>
            <a:rPr lang="en-US"/>
            <a:t> - Break big problems into small pieces</a:t>
          </a:r>
        </a:p>
      </dgm:t>
    </dgm:pt>
    <dgm:pt modelId="{052D71D3-3245-4DB3-9A80-8319F54478EB}" type="parTrans" cxnId="{0ACD6ADA-393E-4A1D-BB9E-8096EF1BEDA5}">
      <dgm:prSet/>
      <dgm:spPr/>
      <dgm:t>
        <a:bodyPr/>
        <a:lstStyle/>
        <a:p>
          <a:endParaRPr lang="en-US"/>
        </a:p>
      </dgm:t>
    </dgm:pt>
    <dgm:pt modelId="{66D005B5-4E20-4EBD-8BE3-A1DF706BA2AF}" type="sibTrans" cxnId="{0ACD6ADA-393E-4A1D-BB9E-8096EF1BEDA5}">
      <dgm:prSet/>
      <dgm:spPr/>
      <dgm:t>
        <a:bodyPr/>
        <a:lstStyle/>
        <a:p>
          <a:endParaRPr lang="en-US"/>
        </a:p>
      </dgm:t>
    </dgm:pt>
    <dgm:pt modelId="{BD4954DE-47A3-43BE-9CF4-CC67E185195C}">
      <dgm:prSet/>
      <dgm:spPr/>
      <dgm:t>
        <a:bodyPr/>
        <a:lstStyle/>
        <a:p>
          <a:r>
            <a:rPr lang="en-US" b="1"/>
            <a:t>Reuse</a:t>
          </a:r>
          <a:r>
            <a:rPr lang="en-US"/>
            <a:t> - Write once, use many times</a:t>
          </a:r>
        </a:p>
      </dgm:t>
    </dgm:pt>
    <dgm:pt modelId="{FAAB1F2B-D7A8-4302-B6BA-3B0368EAFB62}" type="parTrans" cxnId="{FB53579F-2A67-45F3-B927-17509DA21B24}">
      <dgm:prSet/>
      <dgm:spPr/>
      <dgm:t>
        <a:bodyPr/>
        <a:lstStyle/>
        <a:p>
          <a:endParaRPr lang="en-US"/>
        </a:p>
      </dgm:t>
    </dgm:pt>
    <dgm:pt modelId="{8D44A943-8FED-4DCE-BCB8-1291B32CD270}" type="sibTrans" cxnId="{FB53579F-2A67-45F3-B927-17509DA21B24}">
      <dgm:prSet/>
      <dgm:spPr/>
      <dgm:t>
        <a:bodyPr/>
        <a:lstStyle/>
        <a:p>
          <a:endParaRPr lang="en-US"/>
        </a:p>
      </dgm:t>
    </dgm:pt>
    <dgm:pt modelId="{32A104B9-D0B2-4701-B373-D22254E631C2}">
      <dgm:prSet/>
      <dgm:spPr/>
      <dgm:t>
        <a:bodyPr/>
        <a:lstStyle/>
        <a:p>
          <a:r>
            <a:rPr lang="en-US" b="1"/>
            <a:t>Input/Output:</a:t>
          </a:r>
          <a:endParaRPr lang="en-US"/>
        </a:p>
      </dgm:t>
    </dgm:pt>
    <dgm:pt modelId="{DA89466F-18B0-40CA-99BD-31C96E459CE7}" type="parTrans" cxnId="{323DC2CE-0CB3-4E09-A913-F65DE20E0670}">
      <dgm:prSet/>
      <dgm:spPr/>
      <dgm:t>
        <a:bodyPr/>
        <a:lstStyle/>
        <a:p>
          <a:endParaRPr lang="en-US"/>
        </a:p>
      </dgm:t>
    </dgm:pt>
    <dgm:pt modelId="{DD54A03B-C2A1-4ED1-A100-1ACEB3DFDD10}" type="sibTrans" cxnId="{323DC2CE-0CB3-4E09-A913-F65DE20E0670}">
      <dgm:prSet/>
      <dgm:spPr/>
      <dgm:t>
        <a:bodyPr/>
        <a:lstStyle/>
        <a:p>
          <a:endParaRPr lang="en-US"/>
        </a:p>
      </dgm:t>
    </dgm:pt>
    <dgm:pt modelId="{D0B65CCE-D38D-467E-B9EE-69A84C29B9D8}">
      <dgm:prSet/>
      <dgm:spPr/>
      <dgm:t>
        <a:bodyPr/>
        <a:lstStyle/>
        <a:p>
          <a:r>
            <a:rPr lang="en-US" b="1"/>
            <a:t>Getting data</a:t>
          </a:r>
          <a:r>
            <a:rPr lang="en-US"/>
            <a:t> from users</a:t>
          </a:r>
        </a:p>
      </dgm:t>
    </dgm:pt>
    <dgm:pt modelId="{07A2FCD0-ECF5-4CCC-B3DB-D0116AD58005}" type="parTrans" cxnId="{52727ADA-8AC7-48B6-9631-D2CC93319AFB}">
      <dgm:prSet/>
      <dgm:spPr/>
      <dgm:t>
        <a:bodyPr/>
        <a:lstStyle/>
        <a:p>
          <a:endParaRPr lang="en-US"/>
        </a:p>
      </dgm:t>
    </dgm:pt>
    <dgm:pt modelId="{454707C2-9925-4079-AC79-24381E8D2199}" type="sibTrans" cxnId="{52727ADA-8AC7-48B6-9631-D2CC93319AFB}">
      <dgm:prSet/>
      <dgm:spPr/>
      <dgm:t>
        <a:bodyPr/>
        <a:lstStyle/>
        <a:p>
          <a:endParaRPr lang="en-US"/>
        </a:p>
      </dgm:t>
    </dgm:pt>
    <dgm:pt modelId="{3F00361B-626A-45D3-8A86-8BB6C4FAD7E4}">
      <dgm:prSet/>
      <dgm:spPr/>
      <dgm:t>
        <a:bodyPr/>
        <a:lstStyle/>
        <a:p>
          <a:r>
            <a:rPr lang="en-US" b="1"/>
            <a:t>Showing results</a:t>
          </a:r>
          <a:r>
            <a:rPr lang="en-US"/>
            <a:t> in a nice way</a:t>
          </a:r>
        </a:p>
      </dgm:t>
    </dgm:pt>
    <dgm:pt modelId="{A1439913-AACB-4B9A-A564-5D11824C8A4E}" type="parTrans" cxnId="{B3009300-6EB2-4C98-AA19-B615CF46CE71}">
      <dgm:prSet/>
      <dgm:spPr/>
      <dgm:t>
        <a:bodyPr/>
        <a:lstStyle/>
        <a:p>
          <a:endParaRPr lang="en-US"/>
        </a:p>
      </dgm:t>
    </dgm:pt>
    <dgm:pt modelId="{0B456B6F-7C55-4911-A1EA-3648B5040760}" type="sibTrans" cxnId="{B3009300-6EB2-4C98-AA19-B615CF46CE71}">
      <dgm:prSet/>
      <dgm:spPr/>
      <dgm:t>
        <a:bodyPr/>
        <a:lstStyle/>
        <a:p>
          <a:endParaRPr lang="en-US"/>
        </a:p>
      </dgm:t>
    </dgm:pt>
    <dgm:pt modelId="{AB99DE56-A8A9-904E-B452-6F7E53D0F7F4}" type="pres">
      <dgm:prSet presAssocID="{98DADA24-9BA7-43CC-A1AE-736BF19FF465}" presName="Name0" presStyleCnt="0">
        <dgm:presLayoutVars>
          <dgm:dir/>
          <dgm:animLvl val="lvl"/>
          <dgm:resizeHandles val="exact"/>
        </dgm:presLayoutVars>
      </dgm:prSet>
      <dgm:spPr/>
    </dgm:pt>
    <dgm:pt modelId="{8D6BD511-A888-114A-B7BE-39DCE54B6714}" type="pres">
      <dgm:prSet presAssocID="{125B2810-60FD-4B86-8D5E-2B9AFD2E58BF}" presName="linNode" presStyleCnt="0"/>
      <dgm:spPr/>
    </dgm:pt>
    <dgm:pt modelId="{BB4ED3EA-BB41-1249-A193-0F6F9744B8ED}" type="pres">
      <dgm:prSet presAssocID="{125B2810-60FD-4B86-8D5E-2B9AFD2E58BF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61FF4F34-39BD-DA48-B797-8BA6086846C7}" type="pres">
      <dgm:prSet presAssocID="{125B2810-60FD-4B86-8D5E-2B9AFD2E58BF}" presName="descendantText" presStyleLbl="alignAccFollowNode1" presStyleIdx="0" presStyleCnt="4">
        <dgm:presLayoutVars>
          <dgm:bulletEnabled/>
        </dgm:presLayoutVars>
      </dgm:prSet>
      <dgm:spPr/>
    </dgm:pt>
    <dgm:pt modelId="{64B1271F-B6F7-C948-9D0F-B7BF14989BBB}" type="pres">
      <dgm:prSet presAssocID="{38655575-94B0-418D-899B-9F8BCC2D933D}" presName="sp" presStyleCnt="0"/>
      <dgm:spPr/>
    </dgm:pt>
    <dgm:pt modelId="{37C7A5AF-1902-814F-9989-8E364F757FBE}" type="pres">
      <dgm:prSet presAssocID="{8788EBDD-5DBC-41F0-9B99-981BE9EC3FA6}" presName="linNode" presStyleCnt="0"/>
      <dgm:spPr/>
    </dgm:pt>
    <dgm:pt modelId="{BC115C3E-12E6-D94C-B81D-225C0699C4E4}" type="pres">
      <dgm:prSet presAssocID="{8788EBDD-5DBC-41F0-9B99-981BE9EC3FA6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9FDD1319-D58D-634D-A33E-23942CCB03D1}" type="pres">
      <dgm:prSet presAssocID="{8788EBDD-5DBC-41F0-9B99-981BE9EC3FA6}" presName="descendantText" presStyleLbl="alignAccFollowNode1" presStyleIdx="1" presStyleCnt="4">
        <dgm:presLayoutVars>
          <dgm:bulletEnabled/>
        </dgm:presLayoutVars>
      </dgm:prSet>
      <dgm:spPr/>
    </dgm:pt>
    <dgm:pt modelId="{2391296D-1607-6845-8B8B-E0EF40BB6C5D}" type="pres">
      <dgm:prSet presAssocID="{B42D9945-53D4-40EC-9809-5518630F31D0}" presName="sp" presStyleCnt="0"/>
      <dgm:spPr/>
    </dgm:pt>
    <dgm:pt modelId="{4DEA1B55-A188-F642-9536-ED9AF33FFBC5}" type="pres">
      <dgm:prSet presAssocID="{2CDD1949-A459-4623-9036-96F660E2D353}" presName="linNode" presStyleCnt="0"/>
      <dgm:spPr/>
    </dgm:pt>
    <dgm:pt modelId="{50EFA06B-D1E0-594C-90D3-5259E0097D37}" type="pres">
      <dgm:prSet presAssocID="{2CDD1949-A459-4623-9036-96F660E2D353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30B1110D-3EAD-CB4C-8557-B00F934D14F9}" type="pres">
      <dgm:prSet presAssocID="{2CDD1949-A459-4623-9036-96F660E2D353}" presName="descendantText" presStyleLbl="alignAccFollowNode1" presStyleIdx="2" presStyleCnt="4">
        <dgm:presLayoutVars>
          <dgm:bulletEnabled/>
        </dgm:presLayoutVars>
      </dgm:prSet>
      <dgm:spPr/>
    </dgm:pt>
    <dgm:pt modelId="{A8D707DF-FEC6-AD45-B90F-0F03603C0BB0}" type="pres">
      <dgm:prSet presAssocID="{9512AE73-9F38-49C7-A957-B624B269109E}" presName="sp" presStyleCnt="0"/>
      <dgm:spPr/>
    </dgm:pt>
    <dgm:pt modelId="{4BC5B99D-EB96-EC4D-AD33-DA6549A25799}" type="pres">
      <dgm:prSet presAssocID="{32A104B9-D0B2-4701-B373-D22254E631C2}" presName="linNode" presStyleCnt="0"/>
      <dgm:spPr/>
    </dgm:pt>
    <dgm:pt modelId="{70853E6A-E2AA-ED4C-B925-37C9B77C5C6C}" type="pres">
      <dgm:prSet presAssocID="{32A104B9-D0B2-4701-B373-D22254E631C2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68173AA2-47CD-D14B-8184-F65BAB9902E0}" type="pres">
      <dgm:prSet presAssocID="{32A104B9-D0B2-4701-B373-D22254E631C2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B3009300-6EB2-4C98-AA19-B615CF46CE71}" srcId="{32A104B9-D0B2-4701-B373-D22254E631C2}" destId="{3F00361B-626A-45D3-8A86-8BB6C4FAD7E4}" srcOrd="1" destOrd="0" parTransId="{A1439913-AACB-4B9A-A564-5D11824C8A4E}" sibTransId="{0B456B6F-7C55-4911-A1EA-3648B5040760}"/>
    <dgm:cxn modelId="{CB54B904-F03E-B646-AA30-3F9AE3C3F41B}" type="presOf" srcId="{32A104B9-D0B2-4701-B373-D22254E631C2}" destId="{70853E6A-E2AA-ED4C-B925-37C9B77C5C6C}" srcOrd="0" destOrd="0" presId="urn:microsoft.com/office/officeart/2016/7/layout/VerticalSolidActionList"/>
    <dgm:cxn modelId="{66D9A005-3A1D-6C40-9D5E-8F2ECA61D882}" type="presOf" srcId="{03FE1F01-035C-4777-9DD9-DEE703A5F85C}" destId="{30B1110D-3EAD-CB4C-8557-B00F934D14F9}" srcOrd="0" destOrd="0" presId="urn:microsoft.com/office/officeart/2016/7/layout/VerticalSolidActionList"/>
    <dgm:cxn modelId="{294ED118-AFA8-A54B-A457-6F26FB039F72}" type="presOf" srcId="{9A8AF087-5FA1-451B-A018-A64EFE8BE2F3}" destId="{61FF4F34-39BD-DA48-B797-8BA6086846C7}" srcOrd="0" destOrd="0" presId="urn:microsoft.com/office/officeart/2016/7/layout/VerticalSolidActionList"/>
    <dgm:cxn modelId="{CDAB9D26-84A1-E043-A8FA-D8B88150585D}" type="presOf" srcId="{2CDD1949-A459-4623-9036-96F660E2D353}" destId="{50EFA06B-D1E0-594C-90D3-5259E0097D37}" srcOrd="0" destOrd="0" presId="urn:microsoft.com/office/officeart/2016/7/layout/VerticalSolidActionList"/>
    <dgm:cxn modelId="{034A782B-150F-41E6-B2F1-DF041EC27980}" srcId="{98DADA24-9BA7-43CC-A1AE-736BF19FF465}" destId="{125B2810-60FD-4B86-8D5E-2B9AFD2E58BF}" srcOrd="0" destOrd="0" parTransId="{3C4E6A4A-68C3-49DB-B455-DA8AF0F44D17}" sibTransId="{38655575-94B0-418D-899B-9F8BCC2D933D}"/>
    <dgm:cxn modelId="{B1428A5F-506A-476E-AFB1-1942E1301EE4}" srcId="{98DADA24-9BA7-43CC-A1AE-736BF19FF465}" destId="{2CDD1949-A459-4623-9036-96F660E2D353}" srcOrd="2" destOrd="0" parTransId="{1551EA7A-AB59-4C84-9CE6-2B647045F8B3}" sibTransId="{9512AE73-9F38-49C7-A957-B624B269109E}"/>
    <dgm:cxn modelId="{20AB0769-4C89-774D-95BC-0670E99FE7A4}" type="presOf" srcId="{EABFAA09-1B98-431A-96CD-307921FB2859}" destId="{9FDD1319-D58D-634D-A33E-23942CCB03D1}" srcOrd="0" destOrd="1" presId="urn:microsoft.com/office/officeart/2016/7/layout/VerticalSolidActionList"/>
    <dgm:cxn modelId="{5F247D83-57FD-3540-BACC-262997304252}" type="presOf" srcId="{D0B65CCE-D38D-467E-B9EE-69A84C29B9D8}" destId="{68173AA2-47CD-D14B-8184-F65BAB9902E0}" srcOrd="0" destOrd="0" presId="urn:microsoft.com/office/officeart/2016/7/layout/VerticalSolidActionList"/>
    <dgm:cxn modelId="{C96F2493-2AEC-1044-AA86-671922BE5402}" type="presOf" srcId="{BD4954DE-47A3-43BE-9CF4-CC67E185195C}" destId="{30B1110D-3EAD-CB4C-8557-B00F934D14F9}" srcOrd="0" destOrd="1" presId="urn:microsoft.com/office/officeart/2016/7/layout/VerticalSolidActionList"/>
    <dgm:cxn modelId="{39079598-EDC8-ED45-A14F-1679E57C33C7}" type="presOf" srcId="{125B2810-60FD-4B86-8D5E-2B9AFD2E58BF}" destId="{BB4ED3EA-BB41-1249-A193-0F6F9744B8ED}" srcOrd="0" destOrd="0" presId="urn:microsoft.com/office/officeart/2016/7/layout/VerticalSolidActionList"/>
    <dgm:cxn modelId="{FB53579F-2A67-45F3-B927-17509DA21B24}" srcId="{2CDD1949-A459-4623-9036-96F660E2D353}" destId="{BD4954DE-47A3-43BE-9CF4-CC67E185195C}" srcOrd="1" destOrd="0" parTransId="{FAAB1F2B-D7A8-4302-B6BA-3B0368EAFB62}" sibTransId="{8D44A943-8FED-4DCE-BCB8-1291B32CD270}"/>
    <dgm:cxn modelId="{3FA93DA3-0D83-4215-A20F-7EDEE2B99B28}" srcId="{8788EBDD-5DBC-41F0-9B99-981BE9EC3FA6}" destId="{A15D1D51-2FAB-4596-8639-6EBA8736E85A}" srcOrd="0" destOrd="0" parTransId="{C64DA9FA-C3DE-420C-9C49-21550255DF2C}" sibTransId="{CB95D7B3-9058-4DA5-AD3A-EA9CD4D8DE6F}"/>
    <dgm:cxn modelId="{ABB5F5AB-3712-304C-BA56-4B274BAB3D7C}" type="presOf" srcId="{98DADA24-9BA7-43CC-A1AE-736BF19FF465}" destId="{AB99DE56-A8A9-904E-B452-6F7E53D0F7F4}" srcOrd="0" destOrd="0" presId="urn:microsoft.com/office/officeart/2016/7/layout/VerticalSolidActionList"/>
    <dgm:cxn modelId="{B9F7B4BF-0613-104B-AADD-25FBFE1A3470}" type="presOf" srcId="{8788EBDD-5DBC-41F0-9B99-981BE9EC3FA6}" destId="{BC115C3E-12E6-D94C-B81D-225C0699C4E4}" srcOrd="0" destOrd="0" presId="urn:microsoft.com/office/officeart/2016/7/layout/VerticalSolidActionList"/>
    <dgm:cxn modelId="{323DC2CE-0CB3-4E09-A913-F65DE20E0670}" srcId="{98DADA24-9BA7-43CC-A1AE-736BF19FF465}" destId="{32A104B9-D0B2-4701-B373-D22254E631C2}" srcOrd="3" destOrd="0" parTransId="{DA89466F-18B0-40CA-99BD-31C96E459CE7}" sibTransId="{DD54A03B-C2A1-4ED1-A100-1ACEB3DFDD10}"/>
    <dgm:cxn modelId="{A4FA98CF-FDB9-44D3-86B5-47E8EE6DD740}" srcId="{98DADA24-9BA7-43CC-A1AE-736BF19FF465}" destId="{8788EBDD-5DBC-41F0-9B99-981BE9EC3FA6}" srcOrd="1" destOrd="0" parTransId="{72916729-C8B6-44D9-97B2-76593EB30C6F}" sibTransId="{B42D9945-53D4-40EC-9809-5518630F31D0}"/>
    <dgm:cxn modelId="{0ACD6ADA-393E-4A1D-BB9E-8096EF1BEDA5}" srcId="{2CDD1949-A459-4623-9036-96F660E2D353}" destId="{03FE1F01-035C-4777-9DD9-DEE703A5F85C}" srcOrd="0" destOrd="0" parTransId="{052D71D3-3245-4DB3-9A80-8319F54478EB}" sibTransId="{66D005B5-4E20-4EBD-8BE3-A1DF706BA2AF}"/>
    <dgm:cxn modelId="{52727ADA-8AC7-48B6-9631-D2CC93319AFB}" srcId="{32A104B9-D0B2-4701-B373-D22254E631C2}" destId="{D0B65CCE-D38D-467E-B9EE-69A84C29B9D8}" srcOrd="0" destOrd="0" parTransId="{07A2FCD0-ECF5-4CCC-B3DB-D0116AD58005}" sibTransId="{454707C2-9925-4079-AC79-24381E8D2199}"/>
    <dgm:cxn modelId="{3282B9DC-92DE-4722-B84D-33503615730F}" srcId="{125B2810-60FD-4B86-8D5E-2B9AFD2E58BF}" destId="{8242D342-1A1D-4BB2-892A-84F6CF09B0F4}" srcOrd="1" destOrd="0" parTransId="{7DDF229F-C699-4A3F-8571-3E1E18AA9A98}" sibTransId="{4FC77570-2834-4895-9CCB-306607BC84E7}"/>
    <dgm:cxn modelId="{101F8BE5-991B-45E2-B962-817C1844754E}" srcId="{8788EBDD-5DBC-41F0-9B99-981BE9EC3FA6}" destId="{EABFAA09-1B98-431A-96CD-307921FB2859}" srcOrd="1" destOrd="0" parTransId="{0C46AECD-D5D6-47BF-A28A-27CF443D2535}" sibTransId="{2882DC4C-C89A-4A4D-93EF-1F42C5B8AD61}"/>
    <dgm:cxn modelId="{22E00BE6-64F4-B345-9747-9ECD454A6DD6}" type="presOf" srcId="{8242D342-1A1D-4BB2-892A-84F6CF09B0F4}" destId="{61FF4F34-39BD-DA48-B797-8BA6086846C7}" srcOrd="0" destOrd="1" presId="urn:microsoft.com/office/officeart/2016/7/layout/VerticalSolidActionList"/>
    <dgm:cxn modelId="{095F21ED-2A8E-0E47-9F58-CC056103FC8B}" type="presOf" srcId="{A15D1D51-2FAB-4596-8639-6EBA8736E85A}" destId="{9FDD1319-D58D-634D-A33E-23942CCB03D1}" srcOrd="0" destOrd="0" presId="urn:microsoft.com/office/officeart/2016/7/layout/VerticalSolidActionList"/>
    <dgm:cxn modelId="{959F74F9-9B35-824B-84F5-6EB8E6124EB4}" type="presOf" srcId="{3F00361B-626A-45D3-8A86-8BB6C4FAD7E4}" destId="{68173AA2-47CD-D14B-8184-F65BAB9902E0}" srcOrd="0" destOrd="1" presId="urn:microsoft.com/office/officeart/2016/7/layout/VerticalSolidActionList"/>
    <dgm:cxn modelId="{AE6436FB-FAF9-42AF-A0C3-99B69F6EDD0A}" srcId="{125B2810-60FD-4B86-8D5E-2B9AFD2E58BF}" destId="{9A8AF087-5FA1-451B-A018-A64EFE8BE2F3}" srcOrd="0" destOrd="0" parTransId="{FFB6A440-86FE-4856-AF2A-4D7A9E9EF719}" sibTransId="{AF893D3E-CA76-41C9-9A2B-9C7021192314}"/>
    <dgm:cxn modelId="{3C564EDA-83F7-9544-8AF4-552FA47ADCC0}" type="presParOf" srcId="{AB99DE56-A8A9-904E-B452-6F7E53D0F7F4}" destId="{8D6BD511-A888-114A-B7BE-39DCE54B6714}" srcOrd="0" destOrd="0" presId="urn:microsoft.com/office/officeart/2016/7/layout/VerticalSolidActionList"/>
    <dgm:cxn modelId="{D95689DF-AF7A-3044-81D8-4E6C93E0B6E4}" type="presParOf" srcId="{8D6BD511-A888-114A-B7BE-39DCE54B6714}" destId="{BB4ED3EA-BB41-1249-A193-0F6F9744B8ED}" srcOrd="0" destOrd="0" presId="urn:microsoft.com/office/officeart/2016/7/layout/VerticalSolidActionList"/>
    <dgm:cxn modelId="{235EA799-4837-A941-92DE-B800A4F4951F}" type="presParOf" srcId="{8D6BD511-A888-114A-B7BE-39DCE54B6714}" destId="{61FF4F34-39BD-DA48-B797-8BA6086846C7}" srcOrd="1" destOrd="0" presId="urn:microsoft.com/office/officeart/2016/7/layout/VerticalSolidActionList"/>
    <dgm:cxn modelId="{11569C65-F48B-9347-9E0A-2F58424647A4}" type="presParOf" srcId="{AB99DE56-A8A9-904E-B452-6F7E53D0F7F4}" destId="{64B1271F-B6F7-C948-9D0F-B7BF14989BBB}" srcOrd="1" destOrd="0" presId="urn:microsoft.com/office/officeart/2016/7/layout/VerticalSolidActionList"/>
    <dgm:cxn modelId="{3FC8C2DB-6776-034B-A6E4-C59B40B3FD84}" type="presParOf" srcId="{AB99DE56-A8A9-904E-B452-6F7E53D0F7F4}" destId="{37C7A5AF-1902-814F-9989-8E364F757FBE}" srcOrd="2" destOrd="0" presId="urn:microsoft.com/office/officeart/2016/7/layout/VerticalSolidActionList"/>
    <dgm:cxn modelId="{DFF0D8F2-098C-BB47-9EB8-22C35F4E7149}" type="presParOf" srcId="{37C7A5AF-1902-814F-9989-8E364F757FBE}" destId="{BC115C3E-12E6-D94C-B81D-225C0699C4E4}" srcOrd="0" destOrd="0" presId="urn:microsoft.com/office/officeart/2016/7/layout/VerticalSolidActionList"/>
    <dgm:cxn modelId="{CF04EBF6-128F-8E4D-A88C-247792E8C50A}" type="presParOf" srcId="{37C7A5AF-1902-814F-9989-8E364F757FBE}" destId="{9FDD1319-D58D-634D-A33E-23942CCB03D1}" srcOrd="1" destOrd="0" presId="urn:microsoft.com/office/officeart/2016/7/layout/VerticalSolidActionList"/>
    <dgm:cxn modelId="{910F3231-211B-9F4D-876A-CDC57D230850}" type="presParOf" srcId="{AB99DE56-A8A9-904E-B452-6F7E53D0F7F4}" destId="{2391296D-1607-6845-8B8B-E0EF40BB6C5D}" srcOrd="3" destOrd="0" presId="urn:microsoft.com/office/officeart/2016/7/layout/VerticalSolidActionList"/>
    <dgm:cxn modelId="{150A3106-5E47-C54C-BF1A-F87B0F901DCF}" type="presParOf" srcId="{AB99DE56-A8A9-904E-B452-6F7E53D0F7F4}" destId="{4DEA1B55-A188-F642-9536-ED9AF33FFBC5}" srcOrd="4" destOrd="0" presId="urn:microsoft.com/office/officeart/2016/7/layout/VerticalSolidActionList"/>
    <dgm:cxn modelId="{358464B5-B5CE-0E45-994C-577A87DB57E5}" type="presParOf" srcId="{4DEA1B55-A188-F642-9536-ED9AF33FFBC5}" destId="{50EFA06B-D1E0-594C-90D3-5259E0097D37}" srcOrd="0" destOrd="0" presId="urn:microsoft.com/office/officeart/2016/7/layout/VerticalSolidActionList"/>
    <dgm:cxn modelId="{FB35B3FE-1411-D642-9EA8-D476DF1DD6F1}" type="presParOf" srcId="{4DEA1B55-A188-F642-9536-ED9AF33FFBC5}" destId="{30B1110D-3EAD-CB4C-8557-B00F934D14F9}" srcOrd="1" destOrd="0" presId="urn:microsoft.com/office/officeart/2016/7/layout/VerticalSolidActionList"/>
    <dgm:cxn modelId="{18B0C40B-5FF1-144E-B783-3C93D2F14CB9}" type="presParOf" srcId="{AB99DE56-A8A9-904E-B452-6F7E53D0F7F4}" destId="{A8D707DF-FEC6-AD45-B90F-0F03603C0BB0}" srcOrd="5" destOrd="0" presId="urn:microsoft.com/office/officeart/2016/7/layout/VerticalSolidActionList"/>
    <dgm:cxn modelId="{3335C500-DA42-0149-8CC5-FF382C8BD1DC}" type="presParOf" srcId="{AB99DE56-A8A9-904E-B452-6F7E53D0F7F4}" destId="{4BC5B99D-EB96-EC4D-AD33-DA6549A25799}" srcOrd="6" destOrd="0" presId="urn:microsoft.com/office/officeart/2016/7/layout/VerticalSolidActionList"/>
    <dgm:cxn modelId="{F1D4784D-6DEC-5847-9E7D-ECAAE2213A6D}" type="presParOf" srcId="{4BC5B99D-EB96-EC4D-AD33-DA6549A25799}" destId="{70853E6A-E2AA-ED4C-B925-37C9B77C5C6C}" srcOrd="0" destOrd="0" presId="urn:microsoft.com/office/officeart/2016/7/layout/VerticalSolidActionList"/>
    <dgm:cxn modelId="{2C0E32EA-9634-F74D-86C0-3A846EA2B4D2}" type="presParOf" srcId="{4BC5B99D-EB96-EC4D-AD33-DA6549A25799}" destId="{68173AA2-47CD-D14B-8184-F65BAB9902E0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C32CFE-7B18-E243-8470-3E3F5AD31657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How to store game data (lists) </a:t>
          </a:r>
        </a:p>
      </dsp:txBody>
      <dsp:txXfrm>
        <a:off x="38381" y="64129"/>
        <a:ext cx="10438838" cy="709478"/>
      </dsp:txXfrm>
    </dsp:sp>
    <dsp:sp modelId="{7CEB632E-738B-5544-A8EC-644E45DD295C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How to repeat actions (loops) </a:t>
          </a:r>
        </a:p>
      </dsp:txBody>
      <dsp:txXfrm>
        <a:off x="38381" y="942529"/>
        <a:ext cx="10438838" cy="709478"/>
      </dsp:txXfrm>
    </dsp:sp>
    <dsp:sp modelId="{C4CEDD05-B32D-8A4D-980E-A7BE21AC023F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How to organize code (functions)</a:t>
          </a:r>
        </a:p>
      </dsp:txBody>
      <dsp:txXfrm>
        <a:off x="38381" y="1820930"/>
        <a:ext cx="10438838" cy="709478"/>
      </dsp:txXfrm>
    </dsp:sp>
    <dsp:sp modelId="{DCF4FF54-3E52-1B43-B127-1FF69226AEC3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How to get user input</a:t>
          </a:r>
        </a:p>
      </dsp:txBody>
      <dsp:txXfrm>
        <a:off x="38381" y="2699330"/>
        <a:ext cx="10438838" cy="709478"/>
      </dsp:txXfrm>
    </dsp:sp>
    <dsp:sp modelId="{913C584D-BD21-1A43-9DF8-2E52F445DE37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How to check if someone won</a:t>
          </a:r>
        </a:p>
      </dsp:txBody>
      <dsp:txXfrm>
        <a:off x="38381" y="3577730"/>
        <a:ext cx="10438838" cy="709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3C5FC-9A69-314D-9F8A-E74132C1ACC8}">
      <dsp:nvSpPr>
        <dsp:cNvPr id="0" name=""/>
        <dsp:cNvSpPr/>
      </dsp:nvSpPr>
      <dsp:spPr>
        <a:xfrm>
          <a:off x="0" y="0"/>
          <a:ext cx="67147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A6695B6-B3ED-4146-A5D4-A44C5273D3B0}">
      <dsp:nvSpPr>
        <dsp:cNvPr id="0" name=""/>
        <dsp:cNvSpPr/>
      </dsp:nvSpPr>
      <dsp:spPr>
        <a:xfrm>
          <a:off x="0" y="0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board = [] creates an empty list </a:t>
          </a:r>
        </a:p>
      </dsp:txBody>
      <dsp:txXfrm>
        <a:off x="0" y="0"/>
        <a:ext cx="6714744" cy="1075866"/>
      </dsp:txXfrm>
    </dsp:sp>
    <dsp:sp modelId="{6C9C9BFF-B8D0-2247-BF51-D3600B9F2304}">
      <dsp:nvSpPr>
        <dsp:cNvPr id="0" name=""/>
        <dsp:cNvSpPr/>
      </dsp:nvSpPr>
      <dsp:spPr>
        <a:xfrm>
          <a:off x="0" y="1075866"/>
          <a:ext cx="671474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D85435-EF86-C548-A751-6C9AFA8EE9B7}">
      <dsp:nvSpPr>
        <dsp:cNvPr id="0" name=""/>
        <dsp:cNvSpPr/>
      </dsp:nvSpPr>
      <dsp:spPr>
        <a:xfrm>
          <a:off x="0" y="1075866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range(6) counts from 0 to 5 (6 rows total) </a:t>
          </a:r>
        </a:p>
      </dsp:txBody>
      <dsp:txXfrm>
        <a:off x="0" y="1075866"/>
        <a:ext cx="6714744" cy="1075866"/>
      </dsp:txXfrm>
    </dsp:sp>
    <dsp:sp modelId="{D5BB7E27-841A-7446-A7CB-C7303A36D81F}">
      <dsp:nvSpPr>
        <dsp:cNvPr id="0" name=""/>
        <dsp:cNvSpPr/>
      </dsp:nvSpPr>
      <dsp:spPr>
        <a:xfrm>
          <a:off x="0" y="2151732"/>
          <a:ext cx="6714744" cy="0"/>
        </a:xfrm>
        <a:prstGeom prst="line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6E85725-FCBA-B241-A50E-20BD7D362575}">
      <dsp:nvSpPr>
        <dsp:cNvPr id="0" name=""/>
        <dsp:cNvSpPr/>
      </dsp:nvSpPr>
      <dsp:spPr>
        <a:xfrm>
          <a:off x="0" y="2151732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[' '] * 7 creates a list with 7 empty spaces </a:t>
          </a:r>
        </a:p>
      </dsp:txBody>
      <dsp:txXfrm>
        <a:off x="0" y="2151732"/>
        <a:ext cx="6714744" cy="1075866"/>
      </dsp:txXfrm>
    </dsp:sp>
    <dsp:sp modelId="{019573BA-EB11-194B-A9C5-B6C631032F71}">
      <dsp:nvSpPr>
        <dsp:cNvPr id="0" name=""/>
        <dsp:cNvSpPr/>
      </dsp:nvSpPr>
      <dsp:spPr>
        <a:xfrm>
          <a:off x="0" y="3227598"/>
          <a:ext cx="6714744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6D5DD41-4DD2-6942-B352-4960C4DC65B8}">
      <dsp:nvSpPr>
        <dsp:cNvPr id="0" name=""/>
        <dsp:cNvSpPr/>
      </dsp:nvSpPr>
      <dsp:spPr>
        <a:xfrm>
          <a:off x="0" y="3227598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board.append</a:t>
          </a:r>
          <a:r>
            <a:rPr lang="en-US" sz="3000" kern="1200" dirty="0"/>
            <a:t>() adds each row to our board</a:t>
          </a:r>
        </a:p>
      </dsp:txBody>
      <dsp:txXfrm>
        <a:off x="0" y="3227598"/>
        <a:ext cx="6714744" cy="10758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E92B2E-434B-A440-998D-1F911F27092E}">
      <dsp:nvSpPr>
        <dsp:cNvPr id="0" name=""/>
        <dsp:cNvSpPr/>
      </dsp:nvSpPr>
      <dsp:spPr>
        <a:xfrm>
          <a:off x="0" y="0"/>
          <a:ext cx="67147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73D4F-0D33-134B-B6E9-51272BCD77CA}">
      <dsp:nvSpPr>
        <dsp:cNvPr id="0" name=""/>
        <dsp:cNvSpPr/>
      </dsp:nvSpPr>
      <dsp:spPr>
        <a:xfrm>
          <a:off x="0" y="0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"-" * 13 repeats the dash 13 times</a:t>
          </a:r>
        </a:p>
      </dsp:txBody>
      <dsp:txXfrm>
        <a:off x="0" y="0"/>
        <a:ext cx="6714744" cy="1075866"/>
      </dsp:txXfrm>
    </dsp:sp>
    <dsp:sp modelId="{7783EAAD-1BC5-D345-BF3D-58D19D84FB35}">
      <dsp:nvSpPr>
        <dsp:cNvPr id="0" name=""/>
        <dsp:cNvSpPr/>
      </dsp:nvSpPr>
      <dsp:spPr>
        <a:xfrm>
          <a:off x="0" y="1075866"/>
          <a:ext cx="671474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9A8C1-61E7-BD40-B6C9-3D88B780CC94}">
      <dsp:nvSpPr>
        <dsp:cNvPr id="0" name=""/>
        <dsp:cNvSpPr/>
      </dsp:nvSpPr>
      <dsp:spPr>
        <a:xfrm>
          <a:off x="0" y="1075866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" ".join(row) puts spaces between each piece</a:t>
          </a:r>
        </a:p>
      </dsp:txBody>
      <dsp:txXfrm>
        <a:off x="0" y="1075866"/>
        <a:ext cx="6714744" cy="1075866"/>
      </dsp:txXfrm>
    </dsp:sp>
    <dsp:sp modelId="{C3D71FDD-2685-EF45-995D-97833AFB31FE}">
      <dsp:nvSpPr>
        <dsp:cNvPr id="0" name=""/>
        <dsp:cNvSpPr/>
      </dsp:nvSpPr>
      <dsp:spPr>
        <a:xfrm>
          <a:off x="0" y="2151732"/>
          <a:ext cx="6714744" cy="0"/>
        </a:xfrm>
        <a:prstGeom prst="line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AD266-BC65-4441-AEAC-296F0C8DF5B7}">
      <dsp:nvSpPr>
        <dsp:cNvPr id="0" name=""/>
        <dsp:cNvSpPr/>
      </dsp:nvSpPr>
      <dsp:spPr>
        <a:xfrm>
          <a:off x="0" y="2151732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\n makes a new line</a:t>
          </a:r>
        </a:p>
      </dsp:txBody>
      <dsp:txXfrm>
        <a:off x="0" y="2151732"/>
        <a:ext cx="6714744" cy="1075866"/>
      </dsp:txXfrm>
    </dsp:sp>
    <dsp:sp modelId="{03737E39-D960-5D4D-8F4B-6D3467C6A568}">
      <dsp:nvSpPr>
        <dsp:cNvPr id="0" name=""/>
        <dsp:cNvSpPr/>
      </dsp:nvSpPr>
      <dsp:spPr>
        <a:xfrm>
          <a:off x="0" y="3227598"/>
          <a:ext cx="6714744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633D7-FC68-DE48-8FF4-BB9F90170923}">
      <dsp:nvSpPr>
        <dsp:cNvPr id="0" name=""/>
        <dsp:cNvSpPr/>
      </dsp:nvSpPr>
      <dsp:spPr>
        <a:xfrm>
          <a:off x="0" y="3227598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Activity:</a:t>
          </a:r>
          <a:r>
            <a:rPr lang="en-US" sz="3000" kern="1200" dirty="0"/>
            <a:t> Run just this part and see what it prints!</a:t>
          </a:r>
        </a:p>
      </dsp:txBody>
      <dsp:txXfrm>
        <a:off x="0" y="3227598"/>
        <a:ext cx="6714744" cy="10758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1F786-2A01-A341-93B1-9133BD1C7915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48D3C-7101-A64A-8F3F-10B3D9D469CA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Gravity! Pieces fall down in real life</a:t>
          </a:r>
        </a:p>
      </dsp:txBody>
      <dsp:txXfrm>
        <a:off x="0" y="0"/>
        <a:ext cx="6900512" cy="1384035"/>
      </dsp:txXfrm>
    </dsp:sp>
    <dsp:sp modelId="{0E08AAF7-1368-6A41-90DA-DAB98F118FC2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605F0-D8F6-654A-A98C-5847C8A33869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range(5, -1, -1) counts backwards: 5, 4, 3, 2, 1, 0</a:t>
          </a:r>
        </a:p>
      </dsp:txBody>
      <dsp:txXfrm>
        <a:off x="0" y="1384035"/>
        <a:ext cx="6900512" cy="1384035"/>
      </dsp:txXfrm>
    </dsp:sp>
    <dsp:sp modelId="{33EC429F-53B9-714F-9CEE-7B2CC516E5E4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60735-063C-7E4C-9A99-CE35B41D9F9B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We find the first empty space from the bottom</a:t>
          </a:r>
        </a:p>
      </dsp:txBody>
      <dsp:txXfrm>
        <a:off x="0" y="2768070"/>
        <a:ext cx="6900512" cy="1384035"/>
      </dsp:txXfrm>
    </dsp:sp>
    <dsp:sp modelId="{C926E6D3-A397-A649-97D3-8FD23460E566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4912F-8991-FA41-A5CC-5E9AA5E8A44C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 dirty="0"/>
            <a:t>Question:</a:t>
          </a:r>
          <a:r>
            <a:rPr lang="en-US" sz="3800" kern="1200" dirty="0"/>
            <a:t> What happens if the column is already full?</a:t>
          </a:r>
        </a:p>
      </dsp:txBody>
      <dsp:txXfrm>
        <a:off x="0" y="4152105"/>
        <a:ext cx="6900512" cy="13840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80494-BF9C-9A42-96BD-A29E810161CE}">
      <dsp:nvSpPr>
        <dsp:cNvPr id="0" name=""/>
        <dsp:cNvSpPr/>
      </dsp:nvSpPr>
      <dsp:spPr>
        <a:xfrm>
          <a:off x="0" y="304569"/>
          <a:ext cx="10515600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We only check the first 4 columns (0, 1, 2, 3)</a:t>
          </a:r>
        </a:p>
      </dsp:txBody>
      <dsp:txXfrm>
        <a:off x="41979" y="346548"/>
        <a:ext cx="10431642" cy="775991"/>
      </dsp:txXfrm>
    </dsp:sp>
    <dsp:sp modelId="{ADABE476-C3DF-1740-898C-0BB4EABCD692}">
      <dsp:nvSpPr>
        <dsp:cNvPr id="0" name=""/>
        <dsp:cNvSpPr/>
      </dsp:nvSpPr>
      <dsp:spPr>
        <a:xfrm>
          <a:off x="0" y="1265319"/>
          <a:ext cx="10515600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Why? Because we look 3 spaces ahead (col + 3)</a:t>
          </a:r>
        </a:p>
      </dsp:txBody>
      <dsp:txXfrm>
        <a:off x="41979" y="1307298"/>
        <a:ext cx="10431642" cy="775991"/>
      </dsp:txXfrm>
    </dsp:sp>
    <dsp:sp modelId="{56A1EC2F-14BB-9242-8023-7AD9B907DEBF}">
      <dsp:nvSpPr>
        <dsp:cNvPr id="0" name=""/>
        <dsp:cNvSpPr/>
      </dsp:nvSpPr>
      <dsp:spPr>
        <a:xfrm>
          <a:off x="0" y="2226069"/>
          <a:ext cx="10515600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If we started at column 4, we'd go past the board!</a:t>
          </a:r>
        </a:p>
      </dsp:txBody>
      <dsp:txXfrm>
        <a:off x="41979" y="2268048"/>
        <a:ext cx="10431642" cy="775991"/>
      </dsp:txXfrm>
    </dsp:sp>
    <dsp:sp modelId="{8E6300A6-33B5-FE4B-BA2A-472AEA46F53C}">
      <dsp:nvSpPr>
        <dsp:cNvPr id="0" name=""/>
        <dsp:cNvSpPr/>
      </dsp:nvSpPr>
      <dsp:spPr>
        <a:xfrm>
          <a:off x="0" y="3186819"/>
          <a:ext cx="10515600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Visual:</a:t>
          </a:r>
          <a:r>
            <a:rPr lang="en-US" sz="3500" kern="1200"/>
            <a:t> Draw a row and see why we stop at column 4</a:t>
          </a:r>
        </a:p>
      </dsp:txBody>
      <dsp:txXfrm>
        <a:off x="41979" y="3228798"/>
        <a:ext cx="10431642" cy="7759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711CCB-A01E-8E49-BE63-B7043EB50127}">
      <dsp:nvSpPr>
        <dsp:cNvPr id="0" name=""/>
        <dsp:cNvSpPr/>
      </dsp:nvSpPr>
      <dsp:spPr>
        <a:xfrm>
          <a:off x="0" y="4649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Same idea as horizontal, but we go down instead of right</a:t>
          </a:r>
        </a:p>
      </dsp:txBody>
      <dsp:txXfrm>
        <a:off x="38381" y="503329"/>
        <a:ext cx="10438838" cy="709478"/>
      </dsp:txXfrm>
    </dsp:sp>
    <dsp:sp modelId="{ECDD6CFB-C550-3942-86DB-41672B85FACE}">
      <dsp:nvSpPr>
        <dsp:cNvPr id="0" name=""/>
        <dsp:cNvSpPr/>
      </dsp:nvSpPr>
      <dsp:spPr>
        <a:xfrm>
          <a:off x="0" y="13433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Only check first 3 rows (why?)</a:t>
          </a:r>
        </a:p>
      </dsp:txBody>
      <dsp:txXfrm>
        <a:off x="38381" y="1381729"/>
        <a:ext cx="10438838" cy="709478"/>
      </dsp:txXfrm>
    </dsp:sp>
    <dsp:sp modelId="{DBDDB95A-1B98-2D47-95D9-05503F787579}">
      <dsp:nvSpPr>
        <dsp:cNvPr id="0" name=""/>
        <dsp:cNvSpPr/>
      </dsp:nvSpPr>
      <dsp:spPr>
        <a:xfrm>
          <a:off x="0" y="22217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Look 3 rows down (row + 3)</a:t>
          </a:r>
        </a:p>
      </dsp:txBody>
      <dsp:txXfrm>
        <a:off x="38381" y="2260130"/>
        <a:ext cx="10438838" cy="709478"/>
      </dsp:txXfrm>
    </dsp:sp>
    <dsp:sp modelId="{6DF56213-75A7-FD4B-A775-6D2F2E0036A9}">
      <dsp:nvSpPr>
        <dsp:cNvPr id="0" name=""/>
        <dsp:cNvSpPr/>
      </dsp:nvSpPr>
      <dsp:spPr>
        <a:xfrm>
          <a:off x="0" y="31001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Challenge:</a:t>
          </a:r>
          <a:r>
            <a:rPr lang="en-US" sz="3200" kern="1200" dirty="0"/>
            <a:t> Can you guess how diagonal checking works?</a:t>
          </a:r>
        </a:p>
      </dsp:txBody>
      <dsp:txXfrm>
        <a:off x="38381" y="3138530"/>
        <a:ext cx="10438838" cy="7094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14EEE8-B8E2-4CF6-96FF-3ECB3E8049BD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E949D-5BD7-494E-A4D2-C56435FE26F4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AD2946-CBAE-4C61-A7D4-DC1BBECE7B05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try/except catches mistakes (like typing "abc" instead of "3") </a:t>
          </a:r>
        </a:p>
      </dsp:txBody>
      <dsp:txXfrm>
        <a:off x="1435590" y="531"/>
        <a:ext cx="9080009" cy="1242935"/>
      </dsp:txXfrm>
    </dsp:sp>
    <dsp:sp modelId="{2EE02E50-E4E3-4A1F-8D57-0BDE9F103697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CA3F65-A121-4A0F-91BE-91266DB1C20C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5EBAC-AF86-4B47-A599-9749994AEE13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 subtract 1 because humans count 1-7, but computers count 0-6 </a:t>
          </a:r>
        </a:p>
      </dsp:txBody>
      <dsp:txXfrm>
        <a:off x="1435590" y="1554201"/>
        <a:ext cx="9080009" cy="1242935"/>
      </dsp:txXfrm>
    </dsp:sp>
    <dsp:sp modelId="{21D30966-C6D7-4FB6-AA1E-E7F4C2835CD7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62C17A-6136-4559-A0DA-ED7E4A4D1D5F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64CF8-3E13-46B0-9437-A7B4A38C63A6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Always check if input makes sense!</a:t>
          </a:r>
        </a:p>
      </dsp:txBody>
      <dsp:txXfrm>
        <a:off x="1435590" y="3107870"/>
        <a:ext cx="9080009" cy="12429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95826-3FE3-C74E-9DE5-D3CB6832520E}">
      <dsp:nvSpPr>
        <dsp:cNvPr id="0" name=""/>
        <dsp:cNvSpPr/>
      </dsp:nvSpPr>
      <dsp:spPr>
        <a:xfrm>
          <a:off x="0" y="3736288"/>
          <a:ext cx="2628900" cy="6129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Repeat</a:t>
          </a:r>
        </a:p>
      </dsp:txBody>
      <dsp:txXfrm>
        <a:off x="0" y="3736288"/>
        <a:ext cx="2628900" cy="612969"/>
      </dsp:txXfrm>
    </dsp:sp>
    <dsp:sp modelId="{0CDFEDE9-B7CB-FE49-B71E-24FE5E706609}">
      <dsp:nvSpPr>
        <dsp:cNvPr id="0" name=""/>
        <dsp:cNvSpPr/>
      </dsp:nvSpPr>
      <dsp:spPr>
        <a:xfrm>
          <a:off x="2628900" y="3736288"/>
          <a:ext cx="7886700" cy="61296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Repeat until someone wins!</a:t>
          </a:r>
        </a:p>
      </dsp:txBody>
      <dsp:txXfrm>
        <a:off x="2628900" y="3736288"/>
        <a:ext cx="7886700" cy="612969"/>
      </dsp:txXfrm>
    </dsp:sp>
    <dsp:sp modelId="{B4FE6CE2-5FBC-174D-849E-8649007821D8}">
      <dsp:nvSpPr>
        <dsp:cNvPr id="0" name=""/>
        <dsp:cNvSpPr/>
      </dsp:nvSpPr>
      <dsp:spPr>
        <a:xfrm rot="10800000">
          <a:off x="0" y="2802736"/>
          <a:ext cx="2628900" cy="94274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Switch</a:t>
          </a:r>
        </a:p>
      </dsp:txBody>
      <dsp:txXfrm rot="-10800000">
        <a:off x="0" y="2802736"/>
        <a:ext cx="2628900" cy="612785"/>
      </dsp:txXfrm>
    </dsp:sp>
    <dsp:sp modelId="{FC91815E-AEB0-AB42-97DA-CDBEAD05745E}">
      <dsp:nvSpPr>
        <dsp:cNvPr id="0" name=""/>
        <dsp:cNvSpPr/>
      </dsp:nvSpPr>
      <dsp:spPr>
        <a:xfrm>
          <a:off x="2628900" y="2802736"/>
          <a:ext cx="7886700" cy="6127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Switch to the other player</a:t>
          </a:r>
        </a:p>
      </dsp:txBody>
      <dsp:txXfrm>
        <a:off x="2628900" y="2802736"/>
        <a:ext cx="7886700" cy="612785"/>
      </dsp:txXfrm>
    </dsp:sp>
    <dsp:sp modelId="{493C1B1B-F94C-6D4D-9C16-666C60641F73}">
      <dsp:nvSpPr>
        <dsp:cNvPr id="0" name=""/>
        <dsp:cNvSpPr/>
      </dsp:nvSpPr>
      <dsp:spPr>
        <a:xfrm rot="10800000">
          <a:off x="0" y="1869184"/>
          <a:ext cx="2628900" cy="94274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Check</a:t>
          </a:r>
        </a:p>
      </dsp:txBody>
      <dsp:txXfrm rot="-10800000">
        <a:off x="0" y="1869184"/>
        <a:ext cx="2628900" cy="612785"/>
      </dsp:txXfrm>
    </dsp:sp>
    <dsp:sp modelId="{1854CF21-0EE4-0343-9D08-A02B0BBC80DF}">
      <dsp:nvSpPr>
        <dsp:cNvPr id="0" name=""/>
        <dsp:cNvSpPr/>
      </dsp:nvSpPr>
      <dsp:spPr>
        <a:xfrm>
          <a:off x="2628900" y="1869184"/>
          <a:ext cx="7886700" cy="6127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Check if they won</a:t>
          </a:r>
        </a:p>
      </dsp:txBody>
      <dsp:txXfrm>
        <a:off x="2628900" y="1869184"/>
        <a:ext cx="7886700" cy="612785"/>
      </dsp:txXfrm>
    </dsp:sp>
    <dsp:sp modelId="{328E1CB2-1B8C-4D4C-9875-8EA1DE359798}">
      <dsp:nvSpPr>
        <dsp:cNvPr id="0" name=""/>
        <dsp:cNvSpPr/>
      </dsp:nvSpPr>
      <dsp:spPr>
        <a:xfrm rot="10800000">
          <a:off x="0" y="935632"/>
          <a:ext cx="2628900" cy="94274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Get</a:t>
          </a:r>
        </a:p>
      </dsp:txBody>
      <dsp:txXfrm rot="-10800000">
        <a:off x="0" y="935632"/>
        <a:ext cx="2628900" cy="612785"/>
      </dsp:txXfrm>
    </dsp:sp>
    <dsp:sp modelId="{E46DFE9A-2D57-1A41-9D53-8D1B1745267A}">
      <dsp:nvSpPr>
        <dsp:cNvPr id="0" name=""/>
        <dsp:cNvSpPr/>
      </dsp:nvSpPr>
      <dsp:spPr>
        <a:xfrm>
          <a:off x="2628900" y="935632"/>
          <a:ext cx="7886700" cy="6127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Get the player's move</a:t>
          </a:r>
        </a:p>
      </dsp:txBody>
      <dsp:txXfrm>
        <a:off x="2628900" y="935632"/>
        <a:ext cx="7886700" cy="612785"/>
      </dsp:txXfrm>
    </dsp:sp>
    <dsp:sp modelId="{D3977F9D-98A0-D044-9BFC-55F23A4E5652}">
      <dsp:nvSpPr>
        <dsp:cNvPr id="0" name=""/>
        <dsp:cNvSpPr/>
      </dsp:nvSpPr>
      <dsp:spPr>
        <a:xfrm rot="10800000">
          <a:off x="0" y="2080"/>
          <a:ext cx="2628900" cy="94274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Show</a:t>
          </a:r>
        </a:p>
      </dsp:txBody>
      <dsp:txXfrm rot="-10800000">
        <a:off x="0" y="2080"/>
        <a:ext cx="2628900" cy="612785"/>
      </dsp:txXfrm>
    </dsp:sp>
    <dsp:sp modelId="{708A2BC4-5F01-6942-91E2-DDB90F087049}">
      <dsp:nvSpPr>
        <dsp:cNvPr id="0" name=""/>
        <dsp:cNvSpPr/>
      </dsp:nvSpPr>
      <dsp:spPr>
        <a:xfrm>
          <a:off x="2628900" y="2080"/>
          <a:ext cx="7886700" cy="6127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Show the board</a:t>
          </a:r>
        </a:p>
      </dsp:txBody>
      <dsp:txXfrm>
        <a:off x="2628900" y="2080"/>
        <a:ext cx="7886700" cy="61278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7B7E40-E3AA-43E7-8099-B076DA69E254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E76BF-53CA-4174-BEF5-E049742D96B5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188803-DDA1-45F9-B892-0C4BEA54D1EA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Each function has one job </a:t>
          </a:r>
        </a:p>
      </dsp:txBody>
      <dsp:txXfrm>
        <a:off x="1844034" y="682"/>
        <a:ext cx="4401230" cy="1596566"/>
      </dsp:txXfrm>
    </dsp:sp>
    <dsp:sp modelId="{B212C211-25C5-4BCB-9255-CA0AB623A73A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0D5F54-389D-4A7E-B1CF-1B153D2B7118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6EC379-A8D2-45C1-AE1C-1BE0B10004F5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Functions call other functions </a:t>
          </a:r>
        </a:p>
      </dsp:txBody>
      <dsp:txXfrm>
        <a:off x="1844034" y="1996390"/>
        <a:ext cx="4401230" cy="1596566"/>
      </dsp:txXfrm>
    </dsp:sp>
    <dsp:sp modelId="{F552CE1D-3AD3-4437-BA48-4E5C0FF0D7B7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A4BB62-061B-4A74-953C-D996B2E84C39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6CCE4F-3CA5-4515-BD7A-975112BC017D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makes code easier to understand and fix</a:t>
          </a:r>
        </a:p>
      </dsp:txBody>
      <dsp:txXfrm>
        <a:off x="1844034" y="3992098"/>
        <a:ext cx="4401230" cy="15965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2D0E6-1FD4-4B88-A28F-EE6DAD60F53E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9F5628-66C6-4279-91F9-8143215A8BC6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A3EB7-3F26-47C0-9781-66E3961C2853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Change the symbols from 'X' and 'O' to '🔴' and '🔵'</a:t>
          </a:r>
        </a:p>
      </dsp:txBody>
      <dsp:txXfrm>
        <a:off x="1435590" y="531"/>
        <a:ext cx="9080009" cy="1242935"/>
      </dsp:txXfrm>
    </dsp:sp>
    <dsp:sp modelId="{04419AD9-D4E7-4D43-A25F-CCEA6642E10B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E50A15-179B-45CC-AA75-F948AFCF11A5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2D7CB-1E04-47CC-9114-72289A7B9E6B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Make the board bigger (8x8 instead of 6x7)</a:t>
          </a:r>
        </a:p>
      </dsp:txBody>
      <dsp:txXfrm>
        <a:off x="1435590" y="1554201"/>
        <a:ext cx="9080009" cy="1242935"/>
      </dsp:txXfrm>
    </dsp:sp>
    <dsp:sp modelId="{CF96FB77-098D-48E7-8D45-9D2CF80A7954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4B037-9324-481A-B7EE-C729F38AA30B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8D9C9-FAFA-45DA-9842-16AB407B67B4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Add player names instead of "Player 1" and "Player 2"</a:t>
          </a:r>
        </a:p>
      </dsp:txBody>
      <dsp:txXfrm>
        <a:off x="1435590" y="3107870"/>
        <a:ext cx="9080009" cy="124293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FF4F34-39BD-DA48-B797-8BA6086846C7}">
      <dsp:nvSpPr>
        <dsp:cNvPr id="0" name=""/>
        <dsp:cNvSpPr/>
      </dsp:nvSpPr>
      <dsp:spPr>
        <a:xfrm>
          <a:off x="2103120" y="2007"/>
          <a:ext cx="8412480" cy="104002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Lists</a:t>
          </a:r>
          <a:r>
            <a:rPr lang="en-US" sz="1500" kern="1200"/>
            <a:t> - Store multiple pieces of information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2D Lists</a:t>
          </a:r>
          <a:r>
            <a:rPr lang="en-US" sz="1500" kern="1200"/>
            <a:t> - Lists inside lists (like our game board)</a:t>
          </a:r>
        </a:p>
      </dsp:txBody>
      <dsp:txXfrm>
        <a:off x="2103120" y="2007"/>
        <a:ext cx="8412480" cy="1040029"/>
      </dsp:txXfrm>
    </dsp:sp>
    <dsp:sp modelId="{BB4ED3EA-BB41-1249-A193-0F6F9744B8ED}">
      <dsp:nvSpPr>
        <dsp:cNvPr id="0" name=""/>
        <dsp:cNvSpPr/>
      </dsp:nvSpPr>
      <dsp:spPr>
        <a:xfrm>
          <a:off x="0" y="2007"/>
          <a:ext cx="2103120" cy="10400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Data Structures:</a:t>
          </a:r>
          <a:endParaRPr lang="en-US" sz="1900" kern="1200"/>
        </a:p>
      </dsp:txBody>
      <dsp:txXfrm>
        <a:off x="0" y="2007"/>
        <a:ext cx="2103120" cy="1040029"/>
      </dsp:txXfrm>
    </dsp:sp>
    <dsp:sp modelId="{9FDD1319-D58D-634D-A33E-23942CCB03D1}">
      <dsp:nvSpPr>
        <dsp:cNvPr id="0" name=""/>
        <dsp:cNvSpPr/>
      </dsp:nvSpPr>
      <dsp:spPr>
        <a:xfrm>
          <a:off x="2103120" y="1104438"/>
          <a:ext cx="8412480" cy="1040029"/>
        </a:xfrm>
        <a:prstGeom prst="rect">
          <a:avLst/>
        </a:prstGeom>
        <a:solidFill>
          <a:schemeClr val="accent2">
            <a:tint val="40000"/>
            <a:alpha val="90000"/>
            <a:hueOff val="2244908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8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Loops</a:t>
          </a:r>
          <a:r>
            <a:rPr lang="en-US" sz="1500" kern="1200"/>
            <a:t> - Repeat actions (for, while)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Conditions</a:t>
          </a:r>
          <a:r>
            <a:rPr lang="en-US" sz="1500" kern="1200"/>
            <a:t> - Make decisions (if, else)</a:t>
          </a:r>
        </a:p>
      </dsp:txBody>
      <dsp:txXfrm>
        <a:off x="2103120" y="1104438"/>
        <a:ext cx="8412480" cy="1040029"/>
      </dsp:txXfrm>
    </dsp:sp>
    <dsp:sp modelId="{BC115C3E-12E6-D94C-B81D-225C0699C4E4}">
      <dsp:nvSpPr>
        <dsp:cNvPr id="0" name=""/>
        <dsp:cNvSpPr/>
      </dsp:nvSpPr>
      <dsp:spPr>
        <a:xfrm>
          <a:off x="0" y="1104438"/>
          <a:ext cx="2103120" cy="1040029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Control Flow:</a:t>
          </a:r>
          <a:endParaRPr lang="en-US" sz="1900" kern="1200"/>
        </a:p>
      </dsp:txBody>
      <dsp:txXfrm>
        <a:off x="0" y="1104438"/>
        <a:ext cx="2103120" cy="1040029"/>
      </dsp:txXfrm>
    </dsp:sp>
    <dsp:sp modelId="{30B1110D-3EAD-CB4C-8557-B00F934D14F9}">
      <dsp:nvSpPr>
        <dsp:cNvPr id="0" name=""/>
        <dsp:cNvSpPr/>
      </dsp:nvSpPr>
      <dsp:spPr>
        <a:xfrm>
          <a:off x="2103120" y="2206869"/>
          <a:ext cx="8412480" cy="1040029"/>
        </a:xfrm>
        <a:prstGeom prst="rect">
          <a:avLst/>
        </a:prstGeom>
        <a:solidFill>
          <a:schemeClr val="accent2">
            <a:tint val="40000"/>
            <a:alpha val="90000"/>
            <a:hueOff val="4489816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6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Organization</a:t>
          </a:r>
          <a:r>
            <a:rPr lang="en-US" sz="1500" kern="1200"/>
            <a:t> - Break big problems into small pieces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Reuse</a:t>
          </a:r>
          <a:r>
            <a:rPr lang="en-US" sz="1500" kern="1200"/>
            <a:t> - Write once, use many times</a:t>
          </a:r>
        </a:p>
      </dsp:txBody>
      <dsp:txXfrm>
        <a:off x="2103120" y="2206869"/>
        <a:ext cx="8412480" cy="1040029"/>
      </dsp:txXfrm>
    </dsp:sp>
    <dsp:sp modelId="{50EFA06B-D1E0-594C-90D3-5259E0097D37}">
      <dsp:nvSpPr>
        <dsp:cNvPr id="0" name=""/>
        <dsp:cNvSpPr/>
      </dsp:nvSpPr>
      <dsp:spPr>
        <a:xfrm>
          <a:off x="0" y="2206869"/>
          <a:ext cx="2103120" cy="1040029"/>
        </a:xfrm>
        <a:prstGeom prst="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Functions:</a:t>
          </a:r>
          <a:endParaRPr lang="en-US" sz="1900" kern="1200"/>
        </a:p>
      </dsp:txBody>
      <dsp:txXfrm>
        <a:off x="0" y="2206869"/>
        <a:ext cx="2103120" cy="1040029"/>
      </dsp:txXfrm>
    </dsp:sp>
    <dsp:sp modelId="{68173AA2-47CD-D14B-8184-F65BAB9902E0}">
      <dsp:nvSpPr>
        <dsp:cNvPr id="0" name=""/>
        <dsp:cNvSpPr/>
      </dsp:nvSpPr>
      <dsp:spPr>
        <a:xfrm>
          <a:off x="2103120" y="3309300"/>
          <a:ext cx="8412480" cy="1040029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Getting data</a:t>
          </a:r>
          <a:r>
            <a:rPr lang="en-US" sz="1500" kern="1200"/>
            <a:t> from users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Showing results</a:t>
          </a:r>
          <a:r>
            <a:rPr lang="en-US" sz="1500" kern="1200"/>
            <a:t> in a nice way</a:t>
          </a:r>
        </a:p>
      </dsp:txBody>
      <dsp:txXfrm>
        <a:off x="2103120" y="3309300"/>
        <a:ext cx="8412480" cy="1040029"/>
      </dsp:txXfrm>
    </dsp:sp>
    <dsp:sp modelId="{70853E6A-E2AA-ED4C-B925-37C9B77C5C6C}">
      <dsp:nvSpPr>
        <dsp:cNvPr id="0" name=""/>
        <dsp:cNvSpPr/>
      </dsp:nvSpPr>
      <dsp:spPr>
        <a:xfrm>
          <a:off x="0" y="3309300"/>
          <a:ext cx="2103120" cy="1040029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Input/Output:</a:t>
          </a:r>
          <a:endParaRPr lang="en-US" sz="1900" kern="1200"/>
        </a:p>
      </dsp:txBody>
      <dsp:txXfrm>
        <a:off x="0" y="3309300"/>
        <a:ext cx="2103120" cy="1040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20EF-1F9A-11EE-0932-51C942B13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A8850-C355-EBA8-A04C-B48484F4E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548A8-39D4-5865-B009-FFC8FA08B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39F8-07B5-764E-80E1-F5A2ABB6DD54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474B6-1305-88E9-EC22-CF43A2024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7EC95-CBC9-9A92-B807-DFB4CB2B7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59CE3-D9E5-EE42-BDD4-110BC112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6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17C1-8166-DB65-18D4-C804B703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C5039-42B9-FA05-576F-0650AE7FF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2A8FB-6095-81E7-0765-AFE83511A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39F8-07B5-764E-80E1-F5A2ABB6DD54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93A2D-E139-4033-266D-4D12E7A0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C900E-F1B5-171A-D39A-4E595BFF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59CE3-D9E5-EE42-BDD4-110BC112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83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0DDB-E3A3-DD70-D71F-40CA477DD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48BAE-502A-C888-89F7-7B703977A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9A939-3F98-CDCD-4787-916D920AD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39F8-07B5-764E-80E1-F5A2ABB6DD54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3EE1E-44E3-E2E5-32DD-D33B6DFB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92FD6-2F82-7CC1-7A63-73A0B5B1E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59CE3-D9E5-EE42-BDD4-110BC112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1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B95B7-8ACC-727D-EFA0-F9C75F44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EAACF-DA61-01E0-C2D0-B098E3687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E7FB5-38D5-3320-6A92-8978510A1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A885-7D5F-3F05-52E7-D3F24EF2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39F8-07B5-764E-80E1-F5A2ABB6DD54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EF20B-B04F-45FF-8BAE-BBC37F2B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9136D-656E-DAB6-31AF-501AFD9D9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59CE3-D9E5-EE42-BDD4-110BC112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09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91D9F-BB17-5905-F20C-45B27F086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60FD1-230E-3940-6F8D-2CAF91333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4848E-156C-B249-2718-3539BB59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697601-4A88-6392-0D3D-1E39A9782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50B3FE-05A4-33C5-2355-72E5F58ED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AEE49-0367-24A3-4B76-BF45C375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39F8-07B5-764E-80E1-F5A2ABB6DD54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0210F9-C364-5B3D-6765-8AFE9FB9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CBB80-CD22-00F5-8D90-1B296BC37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59CE3-D9E5-EE42-BDD4-110BC112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7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00DBD-A139-BD83-17CD-8ED403B2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B4CE3E-243A-90AC-8900-AF4F948B4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39F8-07B5-764E-80E1-F5A2ABB6DD54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77EB7-1236-99E2-CFEE-EA294ED74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0491F-0F43-1457-8A8D-25F5BAFBB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59CE3-D9E5-EE42-BDD4-110BC112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8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9C409-90A4-1CC0-4A80-5E6B2C17B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39F8-07B5-764E-80E1-F5A2ABB6DD54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7B298-68B0-58F5-2E6F-CB2CC09E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78B76-1C18-0E21-F3C0-7B94A3C2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59CE3-D9E5-EE42-BDD4-110BC112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8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E661-D211-08DC-B086-13E279AA8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70BA8-FA10-36E6-8900-6B9707C67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29014-646C-2D7F-D05B-1263627F1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2D99D-3845-40B9-B78D-9D0A8F95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39F8-07B5-764E-80E1-F5A2ABB6DD54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BC33C-7FDD-A541-D8F5-B8FFE38E2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1F0DB-06A3-6E53-7E12-17A82406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59CE3-D9E5-EE42-BDD4-110BC112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5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3299-0919-8481-0931-1896A576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F23C57-31BC-21D2-1FA0-E98C5044A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42ECC-A891-0E27-F7DF-B4ECC7FEC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29AC5-4486-968E-85A7-D1087768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39F8-07B5-764E-80E1-F5A2ABB6DD54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549D3-2B47-4792-5D3E-C2C068D41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437BB-35C6-6739-6DC8-DE82A514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59CE3-D9E5-EE42-BDD4-110BC112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33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3A48-4FDB-7AA1-7A6F-955101FCD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B65DF-AC92-80C4-2B1B-A4BB7EB8E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05948-4AB8-F08A-997F-E73BE2AF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39F8-07B5-764E-80E1-F5A2ABB6DD54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1F5DB-1729-FA9F-0582-D4779DDD7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681C3-2AB1-99A6-4376-D913BE83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59CE3-D9E5-EE42-BDD4-110BC112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7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82937-D01F-08EA-26B5-C307C65E4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9F1DD-4B27-9AB5-65CB-2EC0DA11D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377F6-1A84-1F20-0D85-B6005E6BB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39F8-07B5-764E-80E1-F5A2ABB6DD54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745EF-059A-E503-6464-AEF8D6986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8753B-BFA2-D9A1-093F-1D228B49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59CE3-D9E5-EE42-BDD4-110BC112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2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2C195A-DB50-5A0D-8D99-8B87DED1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35F1C-0A4B-6905-691A-CCC459A40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5C9E4-FBD2-F7D7-7781-4D400EA9C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839F8-07B5-764E-80E1-F5A2ABB6DD54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5572F-6D25-E811-D99D-ABCA16A4F6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3699-5F27-7A95-498E-54975B8D1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559CE3-D9E5-EE42-BDD4-110BC112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81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C5C0451-E13C-7852-3380-58DF8BF873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25" b="-1"/>
          <a:stretch>
            <a:fillRect/>
          </a:stretch>
        </p:blipFill>
        <p:spPr bwMode="auto">
          <a:xfrm>
            <a:off x="2034363" y="608261"/>
            <a:ext cx="8136858" cy="5700774"/>
          </a:xfrm>
          <a:custGeom>
            <a:avLst/>
            <a:gdLst/>
            <a:ahLst/>
            <a:cxnLst/>
            <a:rect l="l" t="t" r="r" b="b"/>
            <a:pathLst>
              <a:path w="10849144" h="5700774">
                <a:moveTo>
                  <a:pt x="10849144" y="0"/>
                </a:moveTo>
                <a:lnTo>
                  <a:pt x="10849144" y="4704874"/>
                </a:lnTo>
                <a:lnTo>
                  <a:pt x="10844433" y="4704083"/>
                </a:lnTo>
                <a:cubicBezTo>
                  <a:pt x="10775772" y="4702622"/>
                  <a:pt x="10731635" y="4723344"/>
                  <a:pt x="10627028" y="4736091"/>
                </a:cubicBezTo>
                <a:cubicBezTo>
                  <a:pt x="10549662" y="4756399"/>
                  <a:pt x="10442424" y="4756744"/>
                  <a:pt x="10426962" y="4785620"/>
                </a:cubicBezTo>
                <a:cubicBezTo>
                  <a:pt x="10323654" y="4811093"/>
                  <a:pt x="10316619" y="4787626"/>
                  <a:pt x="10226986" y="4823118"/>
                </a:cubicBezTo>
                <a:cubicBezTo>
                  <a:pt x="10150525" y="4884256"/>
                  <a:pt x="10082541" y="4863779"/>
                  <a:pt x="9981162" y="4935663"/>
                </a:cubicBezTo>
                <a:cubicBezTo>
                  <a:pt x="9931220" y="4933313"/>
                  <a:pt x="9892260" y="4951206"/>
                  <a:pt x="9843873" y="4935858"/>
                </a:cubicBezTo>
                <a:cubicBezTo>
                  <a:pt x="9822471" y="4921786"/>
                  <a:pt x="9777158" y="4963696"/>
                  <a:pt x="9752052" y="4925073"/>
                </a:cubicBezTo>
                <a:cubicBezTo>
                  <a:pt x="9750186" y="4953137"/>
                  <a:pt x="9702805" y="4928500"/>
                  <a:pt x="9692324" y="4915468"/>
                </a:cubicBezTo>
                <a:cubicBezTo>
                  <a:pt x="9680167" y="4927714"/>
                  <a:pt x="9659741" y="4905365"/>
                  <a:pt x="9646593" y="4906557"/>
                </a:cubicBezTo>
                <a:cubicBezTo>
                  <a:pt x="9620587" y="4845178"/>
                  <a:pt x="9617697" y="4941490"/>
                  <a:pt x="9585685" y="4906617"/>
                </a:cubicBezTo>
                <a:cubicBezTo>
                  <a:pt x="9571621" y="4927453"/>
                  <a:pt x="9523936" y="4971653"/>
                  <a:pt x="9486200" y="4990496"/>
                </a:cubicBezTo>
                <a:cubicBezTo>
                  <a:pt x="9411968" y="5031655"/>
                  <a:pt x="9406835" y="5080617"/>
                  <a:pt x="9330223" y="5063988"/>
                </a:cubicBezTo>
                <a:cubicBezTo>
                  <a:pt x="9319445" y="5103721"/>
                  <a:pt x="9188211" y="5003648"/>
                  <a:pt x="9204637" y="5074753"/>
                </a:cubicBezTo>
                <a:cubicBezTo>
                  <a:pt x="9179069" y="5071279"/>
                  <a:pt x="9160334" y="5042982"/>
                  <a:pt x="9174585" y="5089264"/>
                </a:cubicBezTo>
                <a:lnTo>
                  <a:pt x="9026902" y="5086064"/>
                </a:lnTo>
                <a:cubicBezTo>
                  <a:pt x="8945039" y="5098972"/>
                  <a:pt x="8893921" y="5133031"/>
                  <a:pt x="8809858" y="5115776"/>
                </a:cubicBezTo>
                <a:cubicBezTo>
                  <a:pt x="8727523" y="5113709"/>
                  <a:pt x="8685980" y="5083373"/>
                  <a:pt x="8574056" y="5084000"/>
                </a:cubicBezTo>
                <a:cubicBezTo>
                  <a:pt x="8495237" y="5079985"/>
                  <a:pt x="8382476" y="5056445"/>
                  <a:pt x="8302745" y="5071462"/>
                </a:cubicBezTo>
                <a:cubicBezTo>
                  <a:pt x="8207300" y="5035549"/>
                  <a:pt x="8230918" y="5079966"/>
                  <a:pt x="8128608" y="5060341"/>
                </a:cubicBezTo>
                <a:cubicBezTo>
                  <a:pt x="8083878" y="5137967"/>
                  <a:pt x="8005860" y="5099291"/>
                  <a:pt x="7951805" y="5118527"/>
                </a:cubicBezTo>
                <a:cubicBezTo>
                  <a:pt x="7889668" y="5135371"/>
                  <a:pt x="7818236" y="5153622"/>
                  <a:pt x="7755788" y="5161403"/>
                </a:cubicBezTo>
                <a:cubicBezTo>
                  <a:pt x="7706324" y="5126424"/>
                  <a:pt x="7638479" y="5212284"/>
                  <a:pt x="7577106" y="5165213"/>
                </a:cubicBezTo>
                <a:cubicBezTo>
                  <a:pt x="7554526" y="5153874"/>
                  <a:pt x="7484609" y="5155306"/>
                  <a:pt x="7471372" y="5177827"/>
                </a:cubicBezTo>
                <a:cubicBezTo>
                  <a:pt x="7456792" y="5182711"/>
                  <a:pt x="7439786" y="5174734"/>
                  <a:pt x="7433047" y="5198849"/>
                </a:cubicBezTo>
                <a:cubicBezTo>
                  <a:pt x="7421914" y="5227873"/>
                  <a:pt x="7371049" y="5183060"/>
                  <a:pt x="7378290" y="5217298"/>
                </a:cubicBezTo>
                <a:cubicBezTo>
                  <a:pt x="7342173" y="5186591"/>
                  <a:pt x="7313446" y="5247390"/>
                  <a:pt x="7283079" y="5262415"/>
                </a:cubicBezTo>
                <a:cubicBezTo>
                  <a:pt x="7254633" y="5231950"/>
                  <a:pt x="7227203" y="5272840"/>
                  <a:pt x="7160915" y="5280502"/>
                </a:cubicBezTo>
                <a:cubicBezTo>
                  <a:pt x="7129633" y="5245268"/>
                  <a:pt x="7108043" y="5306829"/>
                  <a:pt x="7049854" y="5260110"/>
                </a:cubicBezTo>
                <a:cubicBezTo>
                  <a:pt x="7018959" y="5259830"/>
                  <a:pt x="7028644" y="5259631"/>
                  <a:pt x="6975548" y="5251998"/>
                </a:cubicBezTo>
                <a:cubicBezTo>
                  <a:pt x="6894534" y="5243801"/>
                  <a:pt x="6869986" y="5257489"/>
                  <a:pt x="6795351" y="5247842"/>
                </a:cubicBezTo>
                <a:cubicBezTo>
                  <a:pt x="6711613" y="5244398"/>
                  <a:pt x="6709818" y="5284819"/>
                  <a:pt x="6600330" y="5227284"/>
                </a:cubicBezTo>
                <a:cubicBezTo>
                  <a:pt x="6591713" y="5254711"/>
                  <a:pt x="6578692" y="5256798"/>
                  <a:pt x="6555317" y="5245371"/>
                </a:cubicBezTo>
                <a:cubicBezTo>
                  <a:pt x="6514817" y="5245696"/>
                  <a:pt x="6524396" y="5312750"/>
                  <a:pt x="6479807" y="5274839"/>
                </a:cubicBezTo>
                <a:cubicBezTo>
                  <a:pt x="6490582" y="5310509"/>
                  <a:pt x="6404736" y="5293688"/>
                  <a:pt x="6426975" y="5330070"/>
                </a:cubicBezTo>
                <a:cubicBezTo>
                  <a:pt x="6403906" y="5364654"/>
                  <a:pt x="6385703" y="5311282"/>
                  <a:pt x="6362409" y="5341550"/>
                </a:cubicBezTo>
                <a:cubicBezTo>
                  <a:pt x="6337113" y="5341121"/>
                  <a:pt x="6306725" y="5322421"/>
                  <a:pt x="6275196" y="5327492"/>
                </a:cubicBezTo>
                <a:cubicBezTo>
                  <a:pt x="6231951" y="5309975"/>
                  <a:pt x="6227669" y="5348549"/>
                  <a:pt x="6173232" y="5371980"/>
                </a:cubicBezTo>
                <a:cubicBezTo>
                  <a:pt x="6147561" y="5352709"/>
                  <a:pt x="6129671" y="5364601"/>
                  <a:pt x="6113220" y="5386546"/>
                </a:cubicBezTo>
                <a:cubicBezTo>
                  <a:pt x="6057852" y="5385619"/>
                  <a:pt x="6010968" y="5420770"/>
                  <a:pt x="5950607" y="5438381"/>
                </a:cubicBezTo>
                <a:cubicBezTo>
                  <a:pt x="5884305" y="5470765"/>
                  <a:pt x="5920836" y="5463432"/>
                  <a:pt x="5880097" y="5487781"/>
                </a:cubicBezTo>
                <a:lnTo>
                  <a:pt x="5763805" y="5522426"/>
                </a:lnTo>
                <a:lnTo>
                  <a:pt x="5680769" y="5541020"/>
                </a:lnTo>
                <a:lnTo>
                  <a:pt x="5657234" y="5577549"/>
                </a:lnTo>
                <a:lnTo>
                  <a:pt x="5656897" y="5578228"/>
                </a:lnTo>
                <a:lnTo>
                  <a:pt x="5606432" y="5583275"/>
                </a:lnTo>
                <a:cubicBezTo>
                  <a:pt x="5579593" y="5590728"/>
                  <a:pt x="5526323" y="5613484"/>
                  <a:pt x="5495860" y="5622944"/>
                </a:cubicBezTo>
                <a:cubicBezTo>
                  <a:pt x="5468216" y="5616068"/>
                  <a:pt x="5451208" y="5585463"/>
                  <a:pt x="5461026" y="5633325"/>
                </a:cubicBezTo>
                <a:cubicBezTo>
                  <a:pt x="5451945" y="5632425"/>
                  <a:pt x="5446398" y="5636315"/>
                  <a:pt x="5442463" y="5642543"/>
                </a:cubicBezTo>
                <a:lnTo>
                  <a:pt x="5414637" y="5618665"/>
                </a:lnTo>
                <a:lnTo>
                  <a:pt x="5379838" y="5629021"/>
                </a:lnTo>
                <a:lnTo>
                  <a:pt x="5371733" y="5632368"/>
                </a:lnTo>
                <a:lnTo>
                  <a:pt x="5310861" y="5609123"/>
                </a:lnTo>
                <a:lnTo>
                  <a:pt x="5304926" y="5599797"/>
                </a:lnTo>
                <a:cubicBezTo>
                  <a:pt x="5298560" y="5594054"/>
                  <a:pt x="5289500" y="5591395"/>
                  <a:pt x="5274403" y="5595741"/>
                </a:cubicBezTo>
                <a:lnTo>
                  <a:pt x="5270930" y="5598215"/>
                </a:lnTo>
                <a:lnTo>
                  <a:pt x="5245636" y="5583936"/>
                </a:lnTo>
                <a:cubicBezTo>
                  <a:pt x="5237471" y="5577438"/>
                  <a:pt x="5150120" y="5569259"/>
                  <a:pt x="5144201" y="5558756"/>
                </a:cubicBezTo>
                <a:cubicBezTo>
                  <a:pt x="5048549" y="5584754"/>
                  <a:pt x="5041963" y="5538617"/>
                  <a:pt x="4949159" y="5545539"/>
                </a:cubicBezTo>
                <a:cubicBezTo>
                  <a:pt x="4868784" y="5475237"/>
                  <a:pt x="4818088" y="5518057"/>
                  <a:pt x="4746039" y="5507816"/>
                </a:cubicBezTo>
                <a:cubicBezTo>
                  <a:pt x="4677416" y="5500610"/>
                  <a:pt x="4645641" y="5523361"/>
                  <a:pt x="4553441" y="5522419"/>
                </a:cubicBezTo>
                <a:cubicBezTo>
                  <a:pt x="4455752" y="5507087"/>
                  <a:pt x="4313399" y="5515235"/>
                  <a:pt x="4203513" y="5482043"/>
                </a:cubicBezTo>
                <a:cubicBezTo>
                  <a:pt x="4117174" y="5471359"/>
                  <a:pt x="4116876" y="5479259"/>
                  <a:pt x="4083461" y="5478429"/>
                </a:cubicBezTo>
                <a:cubicBezTo>
                  <a:pt x="4072350" y="5482983"/>
                  <a:pt x="4013667" y="5469667"/>
                  <a:pt x="4003029" y="5477061"/>
                </a:cubicBezTo>
                <a:lnTo>
                  <a:pt x="3997453" y="5480895"/>
                </a:lnTo>
                <a:lnTo>
                  <a:pt x="3974987" y="5483158"/>
                </a:lnTo>
                <a:lnTo>
                  <a:pt x="3968837" y="5500146"/>
                </a:lnTo>
                <a:lnTo>
                  <a:pt x="3893757" y="5514872"/>
                </a:lnTo>
                <a:cubicBezTo>
                  <a:pt x="3843843" y="5473516"/>
                  <a:pt x="3801226" y="5522853"/>
                  <a:pt x="3713057" y="5521543"/>
                </a:cubicBezTo>
                <a:cubicBezTo>
                  <a:pt x="3689691" y="5507258"/>
                  <a:pt x="3596705" y="5472487"/>
                  <a:pt x="3579330" y="5493075"/>
                </a:cubicBezTo>
                <a:cubicBezTo>
                  <a:pt x="3562701" y="5495972"/>
                  <a:pt x="3545031" y="5485773"/>
                  <a:pt x="3534589" y="5508816"/>
                </a:cubicBezTo>
                <a:cubicBezTo>
                  <a:pt x="3518705" y="5536140"/>
                  <a:pt x="3468492" y="5484831"/>
                  <a:pt x="3472128" y="5519795"/>
                </a:cubicBezTo>
                <a:cubicBezTo>
                  <a:pt x="3428266" y="5520128"/>
                  <a:pt x="3332435" y="5511059"/>
                  <a:pt x="3271418" y="5510811"/>
                </a:cubicBezTo>
                <a:cubicBezTo>
                  <a:pt x="3241504" y="5471638"/>
                  <a:pt x="3153370" y="5525542"/>
                  <a:pt x="3106030" y="5518304"/>
                </a:cubicBezTo>
                <a:cubicBezTo>
                  <a:pt x="3064471" y="5520990"/>
                  <a:pt x="3060504" y="5541433"/>
                  <a:pt x="3011389" y="5533635"/>
                </a:cubicBezTo>
                <a:cubicBezTo>
                  <a:pt x="2923824" y="5527005"/>
                  <a:pt x="2892092" y="5511211"/>
                  <a:pt x="2811340" y="5491633"/>
                </a:cubicBezTo>
                <a:cubicBezTo>
                  <a:pt x="2719808" y="5476996"/>
                  <a:pt x="2718795" y="5497281"/>
                  <a:pt x="2616483" y="5472427"/>
                </a:cubicBezTo>
                <a:cubicBezTo>
                  <a:pt x="2592885" y="5464979"/>
                  <a:pt x="2535604" y="5465304"/>
                  <a:pt x="2511374" y="5450826"/>
                </a:cubicBezTo>
                <a:cubicBezTo>
                  <a:pt x="2477485" y="5458793"/>
                  <a:pt x="2338345" y="5468388"/>
                  <a:pt x="2301014" y="5479997"/>
                </a:cubicBezTo>
                <a:cubicBezTo>
                  <a:pt x="2248016" y="5487332"/>
                  <a:pt x="2294103" y="5474984"/>
                  <a:pt x="2246778" y="5481424"/>
                </a:cubicBezTo>
                <a:cubicBezTo>
                  <a:pt x="2201492" y="5458235"/>
                  <a:pt x="2191927" y="5495963"/>
                  <a:pt x="2129191" y="5511933"/>
                </a:cubicBezTo>
                <a:cubicBezTo>
                  <a:pt x="2103428" y="5489360"/>
                  <a:pt x="2082281" y="5498769"/>
                  <a:pt x="2061447" y="5518357"/>
                </a:cubicBezTo>
                <a:cubicBezTo>
                  <a:pt x="2000755" y="5510020"/>
                  <a:pt x="1944835" y="5538638"/>
                  <a:pt x="1876326" y="5548036"/>
                </a:cubicBezTo>
                <a:cubicBezTo>
                  <a:pt x="1802831" y="5520482"/>
                  <a:pt x="1785413" y="5583917"/>
                  <a:pt x="1712199" y="5593720"/>
                </a:cubicBezTo>
                <a:cubicBezTo>
                  <a:pt x="1649028" y="5639613"/>
                  <a:pt x="1663412" y="5633236"/>
                  <a:pt x="1601980" y="5628775"/>
                </a:cubicBezTo>
                <a:cubicBezTo>
                  <a:pt x="1545362" y="5623105"/>
                  <a:pt x="1566421" y="5707755"/>
                  <a:pt x="1449547" y="5688706"/>
                </a:cubicBezTo>
                <a:cubicBezTo>
                  <a:pt x="1440924" y="5679974"/>
                  <a:pt x="1400761" y="5688841"/>
                  <a:pt x="1402626" y="5700774"/>
                </a:cubicBezTo>
                <a:cubicBezTo>
                  <a:pt x="1392870" y="5697068"/>
                  <a:pt x="1337631" y="5660758"/>
                  <a:pt x="1335214" y="5679873"/>
                </a:cubicBezTo>
                <a:cubicBezTo>
                  <a:pt x="1286051" y="5682126"/>
                  <a:pt x="1269252" y="5684370"/>
                  <a:pt x="1225455" y="5660854"/>
                </a:cubicBezTo>
                <a:cubicBezTo>
                  <a:pt x="1200065" y="5653433"/>
                  <a:pt x="1193050" y="5658167"/>
                  <a:pt x="1124535" y="5640512"/>
                </a:cubicBezTo>
                <a:cubicBezTo>
                  <a:pt x="1074869" y="5658037"/>
                  <a:pt x="1065109" y="5620631"/>
                  <a:pt x="1001579" y="5645690"/>
                </a:cubicBezTo>
                <a:cubicBezTo>
                  <a:pt x="968866" y="5644152"/>
                  <a:pt x="915075" y="5652264"/>
                  <a:pt x="890113" y="5634869"/>
                </a:cubicBezTo>
                <a:cubicBezTo>
                  <a:pt x="851171" y="5707228"/>
                  <a:pt x="792528" y="5631332"/>
                  <a:pt x="751212" y="5632903"/>
                </a:cubicBezTo>
                <a:cubicBezTo>
                  <a:pt x="691335" y="5636083"/>
                  <a:pt x="568956" y="5618959"/>
                  <a:pt x="520176" y="5613716"/>
                </a:cubicBezTo>
                <a:cubicBezTo>
                  <a:pt x="501880" y="5615807"/>
                  <a:pt x="497009" y="5621722"/>
                  <a:pt x="458529" y="5601445"/>
                </a:cubicBezTo>
                <a:cubicBezTo>
                  <a:pt x="408382" y="5573457"/>
                  <a:pt x="359756" y="5556336"/>
                  <a:pt x="299969" y="5532287"/>
                </a:cubicBezTo>
                <a:cubicBezTo>
                  <a:pt x="284323" y="5483058"/>
                  <a:pt x="222426" y="5561728"/>
                  <a:pt x="220791" y="5508118"/>
                </a:cubicBezTo>
                <a:cubicBezTo>
                  <a:pt x="193797" y="5543566"/>
                  <a:pt x="143037" y="5488427"/>
                  <a:pt x="97480" y="5491517"/>
                </a:cubicBezTo>
                <a:cubicBezTo>
                  <a:pt x="88181" y="5467638"/>
                  <a:pt x="77725" y="5469169"/>
                  <a:pt x="59923" y="5482754"/>
                </a:cubicBezTo>
                <a:cubicBezTo>
                  <a:pt x="41690" y="5484890"/>
                  <a:pt x="22429" y="5482706"/>
                  <a:pt x="2649" y="5477471"/>
                </a:cubicBezTo>
                <a:lnTo>
                  <a:pt x="0" y="5476436"/>
                </a:lnTo>
                <a:lnTo>
                  <a:pt x="0" y="1922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323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tal tic-tac-toe game pieces">
            <a:extLst>
              <a:ext uri="{FF2B5EF4-FFF2-40B4-BE49-F238E27FC236}">
                <a16:creationId xmlns:a16="http://schemas.microsoft.com/office/drawing/2014/main" id="{26265987-2689-11F1-C91E-D74A0DFDEB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616"/>
          <a:stretch>
            <a:fillRect/>
          </a:stretch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32" name="Freeform: Shape 19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21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7F5EC-F4CD-459F-2A69-E13216F00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Four in a Row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057F0-8004-743B-7671-DC7229F33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Introduction to Python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28E706A3-CCE5-4CBB-5353-927459331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5289" y="5097023"/>
            <a:ext cx="1916043" cy="191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48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E750D-8633-1042-2182-03AE7FF0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What Are We Building?</a:t>
            </a:r>
          </a:p>
        </p:txBody>
      </p:sp>
      <p:pic>
        <p:nvPicPr>
          <p:cNvPr id="7" name="Graphic 6" descr="Puzzle">
            <a:extLst>
              <a:ext uri="{FF2B5EF4-FFF2-40B4-BE49-F238E27FC236}">
                <a16:creationId xmlns:a16="http://schemas.microsoft.com/office/drawing/2014/main" id="{75DDEEE9-3598-1BB6-75CB-E0867AB34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7599F-65AB-DD82-CF4D-354E00C33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Just like Connect Four at the arcade </a:t>
            </a:r>
          </a:p>
          <a:p>
            <a:r>
              <a:rPr lang="en-US" sz="1800" dirty="0">
                <a:solidFill>
                  <a:schemeClr val="tx2"/>
                </a:solidFill>
              </a:rPr>
              <a:t>Two players take turns dropping pieces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 First to get 4 pieces in a row wins! </a:t>
            </a:r>
          </a:p>
          <a:p>
            <a:r>
              <a:rPr lang="en-US" sz="1800" dirty="0">
                <a:solidFill>
                  <a:schemeClr val="tx2"/>
                </a:solidFill>
              </a:rPr>
              <a:t>We'll build this step by step using Python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7D4899-B0A7-2F4B-F940-038356FBB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5289" y="5097023"/>
            <a:ext cx="1916043" cy="191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334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E6FF3-046D-20E9-5C6C-B56E4631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You'll Learn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886D7F-FAD4-915A-7F54-F0174A9B1E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666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544E6-CD3B-512E-CF69-1D6CB1FD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Game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D6619-36A1-D0D2-E7EF-3BC64E313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Concept: Using Lists to Store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481069-5294-3A7F-F626-E388E84DA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7" y="2779148"/>
            <a:ext cx="11837506" cy="371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19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DCADD-B5FF-9D0A-A235-4616EBEA5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/>
              <a:t>What’s Happening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CCDDD7-31B8-6979-400B-53F413C648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67" r="29749" b="-2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677DE3-BE79-4FB6-2281-E78AA0013F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269081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08871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4453-5296-F656-6F03-61FB49B26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993"/>
            <a:ext cx="3687491" cy="1594189"/>
          </a:xfrm>
        </p:spPr>
        <p:txBody>
          <a:bodyPr anchor="t">
            <a:normAutofit/>
          </a:bodyPr>
          <a:lstStyle/>
          <a:p>
            <a:r>
              <a:rPr lang="en-US" sz="3200"/>
              <a:t>Showing the Board to Players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D729F9-3365-FCDD-38AE-9B3BBD78F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1546" y="751555"/>
            <a:ext cx="6012254" cy="1766458"/>
          </a:xfrm>
        </p:spPr>
        <p:txBody>
          <a:bodyPr anchor="t">
            <a:normAutofit/>
          </a:bodyPr>
          <a:lstStyle/>
          <a:p>
            <a:endParaRPr lang="en-US" sz="20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BC2E0A-9CDF-4669-7959-4377FE9AFD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09" b="25049"/>
          <a:stretch>
            <a:fillRect/>
          </a:stretch>
        </p:blipFill>
        <p:spPr>
          <a:xfrm>
            <a:off x="-2" y="2818262"/>
            <a:ext cx="12192002" cy="403973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2221BB3-7B5D-C899-7745-66D7AC323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D2D571-38D7-DB0F-166C-14FEDA700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88AEF72-50CD-C201-F6BF-C595BBBE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9389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EA4109-62B6-94AF-5258-140650815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/>
              <a:t>Cool Tricks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D44FB-E6F6-97D7-7558-F5D476940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56" r="31869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BC6773-CF60-6792-F1ED-A078ADA4B9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6280034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79155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F645F-BD92-636F-9C5E-37FC08B03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dirty="0"/>
              <a:t>Dropping Game Pieces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8A32D-6421-94FE-83FB-96758398E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006" y="518652"/>
            <a:ext cx="6894576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/>
              <a:t>Concept: Changing Data Based on Rules</a:t>
            </a:r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AD6C16-DBB9-559F-073B-62EC0CE8A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2185126"/>
            <a:ext cx="12155424" cy="477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1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77490-169A-3EBC-D867-9A8A1479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b="1"/>
              <a:t>Why Start at the Bottom?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275FFC-42EF-9DA9-1852-D0A63C8CD5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49231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9022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D01B7-9C4E-6FA5-B774-04B9E71CE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/>
              <a:t>Checking for a Winner - Horizontal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8467E-4A13-14F4-2EF4-6B9F74DAA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/>
              <a:t>Concept: Looking for Patterns</a:t>
            </a:r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2C166-DB8D-7EE0-5B87-B296EC740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11" y="2290936"/>
            <a:ext cx="10152185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18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D11E-C8E0-592D-C2B8-34ACEB62C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Thinking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0D6413-3FCF-1C68-E023-CAF8D2874C0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490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9AD145-8D9A-BA37-0D6A-7B86CD08D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>
            <a:normAutofit/>
          </a:bodyPr>
          <a:lstStyle/>
          <a:p>
            <a:r>
              <a:rPr lang="en-US" sz="3200"/>
              <a:t>Checking for a Winner - Vertical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B8291-CBA2-E8D0-5184-723A2C3D0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640" y="641850"/>
            <a:ext cx="6053160" cy="1535865"/>
          </a:xfrm>
        </p:spPr>
        <p:txBody>
          <a:bodyPr anchor="ctr">
            <a:normAutofit/>
          </a:bodyPr>
          <a:lstStyle/>
          <a:p>
            <a:r>
              <a:rPr lang="en-US" sz="1800"/>
              <a:t>Concept: Looking Up and Down</a:t>
            </a:r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039524-50AB-248D-DF7C-95229BC623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44" r="1" b="1"/>
          <a:stretch>
            <a:fillRect/>
          </a:stretch>
        </p:blipFill>
        <p:spPr>
          <a:xfrm>
            <a:off x="127238" y="2658002"/>
            <a:ext cx="11937524" cy="372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71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3BDCD-7344-58E2-10B1-986C3E64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Recognition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17FD22-EE8D-E6B0-026A-DC15FC88D3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3184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3E3BB-8915-F267-787E-319041CBB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/>
              <a:t>Getting Player Input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72B8A-E32A-8682-372C-7D9C7E961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US" sz="1800" b="1"/>
              <a:t>Concept: Talking to Your Users</a:t>
            </a: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6F56E-83B7-8AF3-F1FA-86E5740BB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665" y="2734056"/>
            <a:ext cx="6933061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94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03706-7514-F751-AAF2-AC0DAF10C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1D17A3-894B-CF48-186D-82D8F7D777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0247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78FB-6FFD-5A39-69D4-CCB31F8B5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Game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98A9D-CB66-9231-C63E-D77DEDB2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Concept: Keeping the Game Running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45412B-5DD9-61DD-DDB9-A1691A12D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59180"/>
            <a:ext cx="7772400" cy="361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09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29CFB-DAA0-DF35-20A1-639B9C24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Game Loop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4FDAFE-9012-609E-CF3D-BE14FCD460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1740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C8AB92-943B-0610-E29A-CBC82F8CD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/>
              <a:t>Putting It All Together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CC08D-F324-BB85-AC50-FBE8B7EE0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US" sz="1800"/>
              <a:t>Concept: Functions Work as a Team</a:t>
            </a:r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FEFEF5-2A1E-FC40-626E-BE6460972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165" y="2734056"/>
            <a:ext cx="9168061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82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8C15E-F3C3-3ACA-65D3-235027272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 b="1"/>
              <a:t>Big Picture:</a:t>
            </a:r>
            <a:endParaRPr lang="en-US" sz="8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BA776B-DB52-73D5-A75C-BF80EE7C82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77382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1036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F013-6CD6-EF95-8720-B71F2192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F0B852-637C-8C34-B358-6A4989E587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0642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screen&#10;&#10;Description automatically generated">
            <a:extLst>
              <a:ext uri="{FF2B5EF4-FFF2-40B4-BE49-F238E27FC236}">
                <a16:creationId xmlns:a16="http://schemas.microsoft.com/office/drawing/2014/main" id="{95348545-C861-4C7C-0506-06AC32678CE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0877" b="485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C209E4-2929-BF62-A7AC-A711081A7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Concepts Learned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743B5C-23CB-B0B8-D88A-FB49BF903A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559552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3955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4175</TotalTime>
  <Words>606</Words>
  <Application>Microsoft Macintosh PowerPoint</Application>
  <PresentationFormat>Widescreen</PresentationFormat>
  <Paragraphs>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PowerPoint Presentation</vt:lpstr>
      <vt:lpstr>Four in a Row Game</vt:lpstr>
      <vt:lpstr>What Are We Building?</vt:lpstr>
      <vt:lpstr>What You'll Learn</vt:lpstr>
      <vt:lpstr>Setting Up the Game Board</vt:lpstr>
      <vt:lpstr>What’s Happening</vt:lpstr>
      <vt:lpstr>Showing the Board to Players</vt:lpstr>
      <vt:lpstr>Cool Tricks</vt:lpstr>
      <vt:lpstr>Dropping Game Pieces</vt:lpstr>
      <vt:lpstr>Why Start at the Bottom?</vt:lpstr>
      <vt:lpstr>Checking for a Winner - Horizontal</vt:lpstr>
      <vt:lpstr>Smart Thinking</vt:lpstr>
      <vt:lpstr>Checking for a Winner - Vertical</vt:lpstr>
      <vt:lpstr>Pattern Recognition</vt:lpstr>
      <vt:lpstr>Getting Player Input</vt:lpstr>
      <vt:lpstr>Error Handling</vt:lpstr>
      <vt:lpstr>The Main Game Loop</vt:lpstr>
      <vt:lpstr>The Game Loop</vt:lpstr>
      <vt:lpstr>Putting It All Together</vt:lpstr>
      <vt:lpstr>Big Picture:</vt:lpstr>
      <vt:lpstr>Coding Challenges</vt:lpstr>
      <vt:lpstr>Concepts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Blessing Ajibero</dc:creator>
  <cp:lastModifiedBy>Blessing Ajibero</cp:lastModifiedBy>
  <cp:revision>2</cp:revision>
  <dcterms:created xsi:type="dcterms:W3CDTF">2025-08-05T12:35:33Z</dcterms:created>
  <dcterms:modified xsi:type="dcterms:W3CDTF">2025-08-08T10:10:54Z</dcterms:modified>
</cp:coreProperties>
</file>