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Let’s Learn Python! 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Fun with coding step by step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We’ll Learn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What Python is and why it’s awesome ✨</a:t>
            </a:r>
          </a:p>
          <a:p>
            <a:pPr>
              <a:defRPr sz="2400"/>
            </a:pPr>
            <a:r>
              <a:t>How to set up and run Python 💻</a:t>
            </a:r>
          </a:p>
          <a:p>
            <a:pPr>
              <a:defRPr sz="2400"/>
            </a:pPr>
            <a:r>
              <a:t>Using variables to store information 📦</a:t>
            </a:r>
          </a:p>
          <a:p>
            <a:pPr>
              <a:defRPr sz="2400"/>
            </a:pPr>
            <a:r>
              <a:t>Doing math and making decisions ➕➖</a:t>
            </a:r>
          </a:p>
          <a:p>
            <a:pPr>
              <a:defRPr sz="2400"/>
            </a:pPr>
            <a:r>
              <a:t>Repeating actions with loops 🔁</a:t>
            </a:r>
          </a:p>
          <a:p>
            <a:pPr>
              <a:defRPr sz="2400"/>
            </a:pPr>
            <a:r>
              <a:t>Organizing info with lists and more 📋</a:t>
            </a:r>
          </a:p>
          <a:p>
            <a:pPr>
              <a:defRPr sz="2400"/>
            </a:pPr>
            <a:r>
              <a:t>Writing our own mini functions 🛠️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Python? 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 language computers understand</a:t>
            </a:r>
          </a:p>
          <a:p>
            <a:pPr>
              <a:defRPr sz="2400"/>
            </a:pPr>
            <a:r>
              <a:t>Easy to read like a storybook 📖</a:t>
            </a:r>
          </a:p>
          <a:p>
            <a:pPr>
              <a:defRPr sz="2400"/>
            </a:pPr>
            <a:r>
              <a:t>Used for: Making games 🎮, Websites 🌐, Robots 🤖, Science 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 Up Python 🖥️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Install Python from python.org ✅</a:t>
            </a:r>
          </a:p>
          <a:p>
            <a:pPr>
              <a:defRPr sz="2400"/>
            </a:pPr>
            <a:r>
              <a:t>Use a code playground like IDLE or VS Code 🎨</a:t>
            </a:r>
          </a:p>
          <a:p>
            <a:pPr>
              <a:defRPr sz="2400"/>
            </a:pPr>
            <a:r>
              <a:t>Type this to say hello:</a:t>
            </a:r>
          </a:p>
          <a:p>
            <a:pPr>
              <a:defRPr sz="2400"/>
            </a:pPr>
            <a:r>
              <a:t>print("Hello, World!")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Words &amp; Boxes (Variables) 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Indentation is like neat handwriting 🖋️</a:t>
            </a:r>
          </a:p>
          <a:p>
            <a:pPr>
              <a:defRPr sz="2400"/>
            </a:pPr>
            <a:r>
              <a:t># is for notes ✏️</a:t>
            </a:r>
          </a:p>
          <a:p>
            <a:pPr>
              <a:defRPr sz="2400"/>
            </a:pPr>
            <a:r>
              <a:t>Variables are boxes that hold stuff!</a:t>
            </a:r>
          </a:p>
          <a:p>
            <a:pPr>
              <a:defRPr sz="2400"/>
            </a:pPr>
            <a:r>
              <a:t>Types: numbers, words, true/false</a:t>
            </a:r>
          </a:p>
          <a:p>
            <a:pPr>
              <a:defRPr sz="2400"/>
            </a:pPr>
            <a:r>
              <a:t>Example: name = "Lily"; age = 10; is_student = True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Doing Math and Checks ➕➖✔️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Add, subtract, multiply, divide</a:t>
            </a:r>
          </a:p>
          <a:p>
            <a:pPr>
              <a:defRPr sz="2400"/>
            </a:pPr>
            <a:r>
              <a:t>Compare numbers: bigger? smaller?</a:t>
            </a:r>
          </a:p>
          <a:p>
            <a:pPr>
              <a:defRPr sz="2400"/>
            </a:pPr>
            <a:r>
              <a:t>Combine rules with AND/OR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Making Choices and Loops 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If/Else and For loops:</a:t>
            </a:r>
          </a:p>
          <a:p>
            <a:pPr>
              <a:defRPr sz="2400"/>
            </a:pPr>
            <a:r>
              <a:t>if age &gt; 5: print("You are awesome!")</a:t>
            </a:r>
          </a:p>
          <a:p>
            <a:pPr>
              <a:defRPr sz="2400"/>
            </a:pPr>
            <a:r>
              <a:t>for i in range(3): print("Hi!", 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Keeping Things Together 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List: a shopping list 🛒</a:t>
            </a:r>
          </a:p>
          <a:p>
            <a:pPr>
              <a:defRPr sz="2400"/>
            </a:pPr>
            <a:r>
              <a:t>Tuple: a locked list 🔒</a:t>
            </a:r>
          </a:p>
          <a:p>
            <a:pPr>
              <a:defRPr sz="2400"/>
            </a:pPr>
            <a:r>
              <a:t>Dictionary: a box of labels and answers 🏷️</a:t>
            </a:r>
          </a:p>
          <a:p>
            <a:pPr>
              <a:defRPr sz="2400"/>
            </a:pPr>
            <a:r>
              <a:t>Example: fruits = ["apple","banana"]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 = Magic Buttons 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def makes a button with a name</a:t>
            </a:r>
          </a:p>
          <a:p>
            <a:pPr>
              <a:defRPr sz="2400"/>
            </a:pPr>
            <a:r>
              <a:t>Give it stuff (parameters)</a:t>
            </a:r>
          </a:p>
          <a:p>
            <a:pPr>
              <a:defRPr sz="2400"/>
            </a:pPr>
            <a:r>
              <a:t>It gives you back a result!</a:t>
            </a:r>
          </a:p>
          <a:p>
            <a:pPr>
              <a:defRPr sz="2400"/>
            </a:pPr>
            <a:r>
              <a:t>Example: def greet(name): return "Hi, "+name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Let’s Try Together 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Say hello to your friend with code 👋</a:t>
            </a:r>
          </a:p>
          <a:p>
            <a:pPr>
              <a:defRPr sz="2400"/>
            </a:pPr>
            <a:r>
              <a:t>Make a list of your favorite snacks 🍕🍎🍫</a:t>
            </a:r>
          </a:p>
          <a:p>
            <a:pPr>
              <a:defRPr sz="2400"/>
            </a:pPr>
            <a:r>
              <a:t>Count from 1 to 10 📈</a:t>
            </a:r>
          </a:p>
          <a:p>
            <a:pPr>
              <a:defRPr sz="2400"/>
            </a:pPr>
            <a:r>
              <a:t>Create a dictionary of pets and sounds 🐶🐱</a:t>
            </a:r>
          </a:p>
          <a:p>
            <a:pPr>
              <a:defRPr sz="2400"/>
            </a:pPr>
            <a:r>
              <a:t>Write a function that says goodnight 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Great Job! 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Python is fun and friendly 🐍</a:t>
            </a:r>
          </a:p>
          <a:p>
            <a:pPr>
              <a:defRPr sz="2400"/>
            </a:pPr>
            <a:r>
              <a:t>You learned variables, loops, and functions 🌟</a:t>
            </a:r>
          </a:p>
          <a:p>
            <a:pPr>
              <a:defRPr sz="2400"/>
            </a:pPr>
            <a:r>
              <a:t>Keep exploring and making cool stuff! 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