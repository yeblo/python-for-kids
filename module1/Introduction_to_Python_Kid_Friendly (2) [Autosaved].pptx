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8" r:id="rId2"/>
    <p:sldId id="256" r:id="rId3"/>
    <p:sldId id="257" r:id="rId4"/>
    <p:sldId id="267" r:id="rId5"/>
    <p:sldId id="258" r:id="rId6"/>
    <p:sldId id="259" r:id="rId7"/>
    <p:sldId id="260" r:id="rId8"/>
    <p:sldId id="269" r:id="rId9"/>
    <p:sldId id="270" r:id="rId10"/>
    <p:sldId id="271" r:id="rId11"/>
    <p:sldId id="272" r:id="rId12"/>
    <p:sldId id="273" r:id="rId13"/>
    <p:sldId id="274" r:id="rId14"/>
    <p:sldId id="275" r:id="rId15"/>
    <p:sldId id="276" r:id="rId16"/>
    <p:sldId id="277" r:id="rId17"/>
    <p:sldId id="278" r:id="rId18"/>
    <p:sldId id="279" r:id="rId19"/>
    <p:sldId id="280" r:id="rId20"/>
    <p:sldId id="281" r:id="rId21"/>
    <p:sldId id="282" r:id="rId22"/>
    <p:sldId id="284" r:id="rId23"/>
    <p:sldId id="283" r:id="rId24"/>
    <p:sldId id="285" r:id="rId25"/>
    <p:sldId id="286" r:id="rId26"/>
    <p:sldId id="287" r:id="rId27"/>
    <p:sldId id="288" r:id="rId28"/>
    <p:sldId id="289" r:id="rId29"/>
    <p:sldId id="290" r:id="rId30"/>
    <p:sldId id="291" r:id="rId31"/>
    <p:sldId id="292" r:id="rId32"/>
    <p:sldId id="293" r:id="rId33"/>
    <p:sldId id="294" r:id="rId34"/>
    <p:sldId id="295" r:id="rId35"/>
    <p:sldId id="266" r:id="rId3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651"/>
    <p:restoredTop sz="94703"/>
  </p:normalViewPr>
  <p:slideViewPr>
    <p:cSldViewPr snapToGrid="0" snapToObjects="1">
      <p:cViewPr varScale="1">
        <p:scale>
          <a:sx n="128" d="100"/>
          <a:sy n="128" d="100"/>
        </p:scale>
        <p:origin x="1104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10" Type="http://schemas.openxmlformats.org/officeDocument/2006/relationships/image" Target="../media/image19.svg"/><Relationship Id="rId4" Type="http://schemas.openxmlformats.org/officeDocument/2006/relationships/image" Target="../media/image13.svg"/><Relationship Id="rId9" Type="http://schemas.openxmlformats.org/officeDocument/2006/relationships/image" Target="../media/image18.png"/></Relationships>
</file>

<file path=ppt/diagrams/_rels/data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svg"/><Relationship Id="rId1" Type="http://schemas.openxmlformats.org/officeDocument/2006/relationships/image" Target="../media/image30.png"/><Relationship Id="rId6" Type="http://schemas.openxmlformats.org/officeDocument/2006/relationships/image" Target="../media/image35.svg"/><Relationship Id="rId5" Type="http://schemas.openxmlformats.org/officeDocument/2006/relationships/image" Target="../media/image34.png"/><Relationship Id="rId4" Type="http://schemas.openxmlformats.org/officeDocument/2006/relationships/image" Target="../media/image33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10" Type="http://schemas.openxmlformats.org/officeDocument/2006/relationships/image" Target="../media/image19.svg"/><Relationship Id="rId4" Type="http://schemas.openxmlformats.org/officeDocument/2006/relationships/image" Target="../media/image13.svg"/><Relationship Id="rId9" Type="http://schemas.openxmlformats.org/officeDocument/2006/relationships/image" Target="../media/image18.png"/></Relationships>
</file>

<file path=ppt/diagrams/_rels/drawing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svg"/><Relationship Id="rId1" Type="http://schemas.openxmlformats.org/officeDocument/2006/relationships/image" Target="../media/image30.png"/><Relationship Id="rId6" Type="http://schemas.openxmlformats.org/officeDocument/2006/relationships/image" Target="../media/image35.svg"/><Relationship Id="rId5" Type="http://schemas.openxmlformats.org/officeDocument/2006/relationships/image" Target="../media/image34.png"/><Relationship Id="rId4" Type="http://schemas.openxmlformats.org/officeDocument/2006/relationships/image" Target="../media/image33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6_2">
  <dgm:title val=""/>
  <dgm:desc val=""/>
  <dgm:catLst>
    <dgm:cat type="accent6" pri="11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D6CE027-7116-46D0-B9BE-DF0B0952DA5F}" type="doc">
      <dgm:prSet loTypeId="urn:microsoft.com/office/officeart/2016/7/layout/BasicLinearProcessNumbered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BBC5F00D-5DC5-4169-B3FD-8AAE98EB51AB}">
      <dgm:prSet/>
      <dgm:spPr/>
      <dgm:t>
        <a:bodyPr/>
        <a:lstStyle/>
        <a:p>
          <a:r>
            <a:rPr lang="en-US"/>
            <a:t>Install Python from python.org ✅</a:t>
          </a:r>
        </a:p>
      </dgm:t>
    </dgm:pt>
    <dgm:pt modelId="{541F5B83-374B-4507-903F-389C1086B490}" type="parTrans" cxnId="{D585DDB8-4F1F-4372-AA1E-815603D3514D}">
      <dgm:prSet/>
      <dgm:spPr/>
      <dgm:t>
        <a:bodyPr/>
        <a:lstStyle/>
        <a:p>
          <a:endParaRPr lang="en-US"/>
        </a:p>
      </dgm:t>
    </dgm:pt>
    <dgm:pt modelId="{4991697E-5D28-41B7-B127-13B927CE6508}" type="sibTrans" cxnId="{D585DDB8-4F1F-4372-AA1E-815603D3514D}">
      <dgm:prSet phldrT="1" phldr="0"/>
      <dgm:spPr/>
      <dgm:t>
        <a:bodyPr/>
        <a:lstStyle/>
        <a:p>
          <a:r>
            <a:rPr lang="en-US"/>
            <a:t>1</a:t>
          </a:r>
        </a:p>
      </dgm:t>
    </dgm:pt>
    <dgm:pt modelId="{C9BEC1B0-F268-4157-9031-A8FF009B99B8}">
      <dgm:prSet/>
      <dgm:spPr/>
      <dgm:t>
        <a:bodyPr/>
        <a:lstStyle/>
        <a:p>
          <a:r>
            <a:rPr lang="en-US"/>
            <a:t>Use a code playground like IDLE or VS Code 🎨</a:t>
          </a:r>
        </a:p>
      </dgm:t>
    </dgm:pt>
    <dgm:pt modelId="{8F01DDCD-505A-4039-AF3B-EE8F3D4E77D7}" type="parTrans" cxnId="{04B72DD3-B4C1-48EA-8352-98308953F565}">
      <dgm:prSet/>
      <dgm:spPr/>
      <dgm:t>
        <a:bodyPr/>
        <a:lstStyle/>
        <a:p>
          <a:endParaRPr lang="en-US"/>
        </a:p>
      </dgm:t>
    </dgm:pt>
    <dgm:pt modelId="{E2799109-01EA-49EB-B777-BF22D2381F3A}" type="sibTrans" cxnId="{04B72DD3-B4C1-48EA-8352-98308953F565}">
      <dgm:prSet phldrT="2" phldr="0"/>
      <dgm:spPr/>
      <dgm:t>
        <a:bodyPr/>
        <a:lstStyle/>
        <a:p>
          <a:r>
            <a:rPr lang="en-US"/>
            <a:t>2</a:t>
          </a:r>
        </a:p>
      </dgm:t>
    </dgm:pt>
    <dgm:pt modelId="{2764BD69-CA36-4B22-B06F-EAE75CA81985}">
      <dgm:prSet/>
      <dgm:spPr/>
      <dgm:t>
        <a:bodyPr/>
        <a:lstStyle/>
        <a:p>
          <a:r>
            <a:rPr lang="en-US"/>
            <a:t>Type this to say hello:</a:t>
          </a:r>
        </a:p>
      </dgm:t>
    </dgm:pt>
    <dgm:pt modelId="{84C03C07-71E1-41D4-8D80-6766F0DA4175}" type="parTrans" cxnId="{4B9D9B5F-0ABF-41F5-A4A2-15F24332F1B1}">
      <dgm:prSet/>
      <dgm:spPr/>
      <dgm:t>
        <a:bodyPr/>
        <a:lstStyle/>
        <a:p>
          <a:endParaRPr lang="en-US"/>
        </a:p>
      </dgm:t>
    </dgm:pt>
    <dgm:pt modelId="{D0D7C339-830F-44A5-B7A7-6F2D0C15E499}" type="sibTrans" cxnId="{4B9D9B5F-0ABF-41F5-A4A2-15F24332F1B1}">
      <dgm:prSet phldrT="3" phldr="0"/>
      <dgm:spPr/>
      <dgm:t>
        <a:bodyPr/>
        <a:lstStyle/>
        <a:p>
          <a:r>
            <a:rPr lang="en-US"/>
            <a:t>3</a:t>
          </a:r>
        </a:p>
      </dgm:t>
    </dgm:pt>
    <dgm:pt modelId="{1BA74D68-36A7-416C-9EDD-486917BC5EF7}">
      <dgm:prSet/>
      <dgm:spPr/>
      <dgm:t>
        <a:bodyPr/>
        <a:lstStyle/>
        <a:p>
          <a:r>
            <a:rPr lang="en-US"/>
            <a:t>print("Hello, World!")</a:t>
          </a:r>
        </a:p>
      </dgm:t>
    </dgm:pt>
    <dgm:pt modelId="{78D0E536-B74B-43EC-8CFB-56025E4E4D40}" type="parTrans" cxnId="{C8C8A747-60EE-4AD9-AB71-A603F9F948AB}">
      <dgm:prSet/>
      <dgm:spPr/>
      <dgm:t>
        <a:bodyPr/>
        <a:lstStyle/>
        <a:p>
          <a:endParaRPr lang="en-US"/>
        </a:p>
      </dgm:t>
    </dgm:pt>
    <dgm:pt modelId="{349AEB03-C56C-42DE-AD2B-1301FC350369}" type="sibTrans" cxnId="{C8C8A747-60EE-4AD9-AB71-A603F9F948AB}">
      <dgm:prSet phldrT="4" phldr="0"/>
      <dgm:spPr/>
      <dgm:t>
        <a:bodyPr/>
        <a:lstStyle/>
        <a:p>
          <a:r>
            <a:rPr lang="en-US"/>
            <a:t>4</a:t>
          </a:r>
        </a:p>
      </dgm:t>
    </dgm:pt>
    <dgm:pt modelId="{BD67003F-6D38-2443-84F0-292A3A228FCE}" type="pres">
      <dgm:prSet presAssocID="{9D6CE027-7116-46D0-B9BE-DF0B0952DA5F}" presName="Name0" presStyleCnt="0">
        <dgm:presLayoutVars>
          <dgm:animLvl val="lvl"/>
          <dgm:resizeHandles val="exact"/>
        </dgm:presLayoutVars>
      </dgm:prSet>
      <dgm:spPr/>
    </dgm:pt>
    <dgm:pt modelId="{5538BF19-19F9-414F-8270-9A1728F332D2}" type="pres">
      <dgm:prSet presAssocID="{BBC5F00D-5DC5-4169-B3FD-8AAE98EB51AB}" presName="compositeNode" presStyleCnt="0">
        <dgm:presLayoutVars>
          <dgm:bulletEnabled val="1"/>
        </dgm:presLayoutVars>
      </dgm:prSet>
      <dgm:spPr/>
    </dgm:pt>
    <dgm:pt modelId="{3433F460-2F34-2649-B97A-6B64596D4554}" type="pres">
      <dgm:prSet presAssocID="{BBC5F00D-5DC5-4169-B3FD-8AAE98EB51AB}" presName="bgRect" presStyleLbl="bgAccFollowNode1" presStyleIdx="0" presStyleCnt="4"/>
      <dgm:spPr/>
    </dgm:pt>
    <dgm:pt modelId="{4B763AFD-9FD3-EB4B-8D18-AFF5DB3D0235}" type="pres">
      <dgm:prSet presAssocID="{4991697E-5D28-41B7-B127-13B927CE6508}" presName="sibTransNodeCircle" presStyleLbl="alignNode1" presStyleIdx="0" presStyleCnt="8">
        <dgm:presLayoutVars>
          <dgm:chMax val="0"/>
          <dgm:bulletEnabled/>
        </dgm:presLayoutVars>
      </dgm:prSet>
      <dgm:spPr/>
    </dgm:pt>
    <dgm:pt modelId="{8A3B2C9D-1818-1549-ABEC-6CEA4A2C1321}" type="pres">
      <dgm:prSet presAssocID="{BBC5F00D-5DC5-4169-B3FD-8AAE98EB51AB}" presName="bottomLine" presStyleLbl="alignNode1" presStyleIdx="1" presStyleCnt="8">
        <dgm:presLayoutVars/>
      </dgm:prSet>
      <dgm:spPr/>
    </dgm:pt>
    <dgm:pt modelId="{D17FA26C-A2AB-9E46-8852-980707467F2C}" type="pres">
      <dgm:prSet presAssocID="{BBC5F00D-5DC5-4169-B3FD-8AAE98EB51AB}" presName="nodeText" presStyleLbl="bgAccFollowNode1" presStyleIdx="0" presStyleCnt="4">
        <dgm:presLayoutVars>
          <dgm:bulletEnabled val="1"/>
        </dgm:presLayoutVars>
      </dgm:prSet>
      <dgm:spPr/>
    </dgm:pt>
    <dgm:pt modelId="{6565E720-5853-8048-B976-6EF8CB41D222}" type="pres">
      <dgm:prSet presAssocID="{4991697E-5D28-41B7-B127-13B927CE6508}" presName="sibTrans" presStyleCnt="0"/>
      <dgm:spPr/>
    </dgm:pt>
    <dgm:pt modelId="{CB876962-D314-5A4B-9963-ABB329CB8AEA}" type="pres">
      <dgm:prSet presAssocID="{C9BEC1B0-F268-4157-9031-A8FF009B99B8}" presName="compositeNode" presStyleCnt="0">
        <dgm:presLayoutVars>
          <dgm:bulletEnabled val="1"/>
        </dgm:presLayoutVars>
      </dgm:prSet>
      <dgm:spPr/>
    </dgm:pt>
    <dgm:pt modelId="{84455441-86FE-D74F-95B4-C9D32D97BCA9}" type="pres">
      <dgm:prSet presAssocID="{C9BEC1B0-F268-4157-9031-A8FF009B99B8}" presName="bgRect" presStyleLbl="bgAccFollowNode1" presStyleIdx="1" presStyleCnt="4"/>
      <dgm:spPr/>
    </dgm:pt>
    <dgm:pt modelId="{D9076C4B-9EA0-D643-8360-408E7D3D715F}" type="pres">
      <dgm:prSet presAssocID="{E2799109-01EA-49EB-B777-BF22D2381F3A}" presName="sibTransNodeCircle" presStyleLbl="alignNode1" presStyleIdx="2" presStyleCnt="8">
        <dgm:presLayoutVars>
          <dgm:chMax val="0"/>
          <dgm:bulletEnabled/>
        </dgm:presLayoutVars>
      </dgm:prSet>
      <dgm:spPr/>
    </dgm:pt>
    <dgm:pt modelId="{FD32473E-25D2-2F47-BC0C-307B0FFCFE90}" type="pres">
      <dgm:prSet presAssocID="{C9BEC1B0-F268-4157-9031-A8FF009B99B8}" presName="bottomLine" presStyleLbl="alignNode1" presStyleIdx="3" presStyleCnt="8">
        <dgm:presLayoutVars/>
      </dgm:prSet>
      <dgm:spPr/>
    </dgm:pt>
    <dgm:pt modelId="{6CB56C8A-1623-3448-96FD-2F3FBB6CFA12}" type="pres">
      <dgm:prSet presAssocID="{C9BEC1B0-F268-4157-9031-A8FF009B99B8}" presName="nodeText" presStyleLbl="bgAccFollowNode1" presStyleIdx="1" presStyleCnt="4">
        <dgm:presLayoutVars>
          <dgm:bulletEnabled val="1"/>
        </dgm:presLayoutVars>
      </dgm:prSet>
      <dgm:spPr/>
    </dgm:pt>
    <dgm:pt modelId="{CC9D2DBC-EBDF-8A4A-9986-94BB19A2DB29}" type="pres">
      <dgm:prSet presAssocID="{E2799109-01EA-49EB-B777-BF22D2381F3A}" presName="sibTrans" presStyleCnt="0"/>
      <dgm:spPr/>
    </dgm:pt>
    <dgm:pt modelId="{B4E99EB6-DABC-7B4B-99BC-473259F8B2CA}" type="pres">
      <dgm:prSet presAssocID="{2764BD69-CA36-4B22-B06F-EAE75CA81985}" presName="compositeNode" presStyleCnt="0">
        <dgm:presLayoutVars>
          <dgm:bulletEnabled val="1"/>
        </dgm:presLayoutVars>
      </dgm:prSet>
      <dgm:spPr/>
    </dgm:pt>
    <dgm:pt modelId="{F543416C-C8EC-1648-B597-88ABBFC8EA31}" type="pres">
      <dgm:prSet presAssocID="{2764BD69-CA36-4B22-B06F-EAE75CA81985}" presName="bgRect" presStyleLbl="bgAccFollowNode1" presStyleIdx="2" presStyleCnt="4"/>
      <dgm:spPr/>
    </dgm:pt>
    <dgm:pt modelId="{A0E892DE-BE8C-3E4B-ABA3-814364EDDEAA}" type="pres">
      <dgm:prSet presAssocID="{D0D7C339-830F-44A5-B7A7-6F2D0C15E499}" presName="sibTransNodeCircle" presStyleLbl="alignNode1" presStyleIdx="4" presStyleCnt="8">
        <dgm:presLayoutVars>
          <dgm:chMax val="0"/>
          <dgm:bulletEnabled/>
        </dgm:presLayoutVars>
      </dgm:prSet>
      <dgm:spPr/>
    </dgm:pt>
    <dgm:pt modelId="{10D5CA86-F4B3-BB4C-B083-214B1A8252B4}" type="pres">
      <dgm:prSet presAssocID="{2764BD69-CA36-4B22-B06F-EAE75CA81985}" presName="bottomLine" presStyleLbl="alignNode1" presStyleIdx="5" presStyleCnt="8">
        <dgm:presLayoutVars/>
      </dgm:prSet>
      <dgm:spPr/>
    </dgm:pt>
    <dgm:pt modelId="{A3C6584F-CE66-D040-AF03-4CD5A7DF9178}" type="pres">
      <dgm:prSet presAssocID="{2764BD69-CA36-4B22-B06F-EAE75CA81985}" presName="nodeText" presStyleLbl="bgAccFollowNode1" presStyleIdx="2" presStyleCnt="4">
        <dgm:presLayoutVars>
          <dgm:bulletEnabled val="1"/>
        </dgm:presLayoutVars>
      </dgm:prSet>
      <dgm:spPr/>
    </dgm:pt>
    <dgm:pt modelId="{3D63B6D9-54BD-FB4A-9F21-9E5437E804EA}" type="pres">
      <dgm:prSet presAssocID="{D0D7C339-830F-44A5-B7A7-6F2D0C15E499}" presName="sibTrans" presStyleCnt="0"/>
      <dgm:spPr/>
    </dgm:pt>
    <dgm:pt modelId="{E6A31E20-C954-594C-8B57-81D50756DC9C}" type="pres">
      <dgm:prSet presAssocID="{1BA74D68-36A7-416C-9EDD-486917BC5EF7}" presName="compositeNode" presStyleCnt="0">
        <dgm:presLayoutVars>
          <dgm:bulletEnabled val="1"/>
        </dgm:presLayoutVars>
      </dgm:prSet>
      <dgm:spPr/>
    </dgm:pt>
    <dgm:pt modelId="{3619EC98-FB60-EB49-8C7D-43C965924787}" type="pres">
      <dgm:prSet presAssocID="{1BA74D68-36A7-416C-9EDD-486917BC5EF7}" presName="bgRect" presStyleLbl="bgAccFollowNode1" presStyleIdx="3" presStyleCnt="4"/>
      <dgm:spPr/>
    </dgm:pt>
    <dgm:pt modelId="{D65F74FB-1D57-AF49-B864-3D79453332A5}" type="pres">
      <dgm:prSet presAssocID="{349AEB03-C56C-42DE-AD2B-1301FC350369}" presName="sibTransNodeCircle" presStyleLbl="alignNode1" presStyleIdx="6" presStyleCnt="8">
        <dgm:presLayoutVars>
          <dgm:chMax val="0"/>
          <dgm:bulletEnabled/>
        </dgm:presLayoutVars>
      </dgm:prSet>
      <dgm:spPr/>
    </dgm:pt>
    <dgm:pt modelId="{43E7F7F7-11EC-E54C-9F6A-0AE6AF17987F}" type="pres">
      <dgm:prSet presAssocID="{1BA74D68-36A7-416C-9EDD-486917BC5EF7}" presName="bottomLine" presStyleLbl="alignNode1" presStyleIdx="7" presStyleCnt="8">
        <dgm:presLayoutVars/>
      </dgm:prSet>
      <dgm:spPr/>
    </dgm:pt>
    <dgm:pt modelId="{51779964-7713-F24D-B36F-8F1591C692C0}" type="pres">
      <dgm:prSet presAssocID="{1BA74D68-36A7-416C-9EDD-486917BC5EF7}" presName="nodeText" presStyleLbl="bgAccFollowNode1" presStyleIdx="3" presStyleCnt="4">
        <dgm:presLayoutVars>
          <dgm:bulletEnabled val="1"/>
        </dgm:presLayoutVars>
      </dgm:prSet>
      <dgm:spPr/>
    </dgm:pt>
  </dgm:ptLst>
  <dgm:cxnLst>
    <dgm:cxn modelId="{2A7C061F-7179-464F-9787-98C0B5919183}" type="presOf" srcId="{BBC5F00D-5DC5-4169-B3FD-8AAE98EB51AB}" destId="{3433F460-2F34-2649-B97A-6B64596D4554}" srcOrd="0" destOrd="0" presId="urn:microsoft.com/office/officeart/2016/7/layout/BasicLinearProcessNumbered"/>
    <dgm:cxn modelId="{A67A4C21-EB32-6846-A68F-B60D4E05511D}" type="presOf" srcId="{BBC5F00D-5DC5-4169-B3FD-8AAE98EB51AB}" destId="{D17FA26C-A2AB-9E46-8852-980707467F2C}" srcOrd="1" destOrd="0" presId="urn:microsoft.com/office/officeart/2016/7/layout/BasicLinearProcessNumbered"/>
    <dgm:cxn modelId="{91A0A923-B475-BC4F-9664-C9FA7BB93199}" type="presOf" srcId="{2764BD69-CA36-4B22-B06F-EAE75CA81985}" destId="{F543416C-C8EC-1648-B597-88ABBFC8EA31}" srcOrd="0" destOrd="0" presId="urn:microsoft.com/office/officeart/2016/7/layout/BasicLinearProcessNumbered"/>
    <dgm:cxn modelId="{AF056A33-3168-E049-B98F-D45EB8FAE9A5}" type="presOf" srcId="{D0D7C339-830F-44A5-B7A7-6F2D0C15E499}" destId="{A0E892DE-BE8C-3E4B-ABA3-814364EDDEAA}" srcOrd="0" destOrd="0" presId="urn:microsoft.com/office/officeart/2016/7/layout/BasicLinearProcessNumbered"/>
    <dgm:cxn modelId="{FB8B9834-DF79-9143-A023-BD2AB3C472DE}" type="presOf" srcId="{9D6CE027-7116-46D0-B9BE-DF0B0952DA5F}" destId="{BD67003F-6D38-2443-84F0-292A3A228FCE}" srcOrd="0" destOrd="0" presId="urn:microsoft.com/office/officeart/2016/7/layout/BasicLinearProcessNumbered"/>
    <dgm:cxn modelId="{8C5D033B-0F66-A34B-933C-4D959F3AD17D}" type="presOf" srcId="{4991697E-5D28-41B7-B127-13B927CE6508}" destId="{4B763AFD-9FD3-EB4B-8D18-AFF5DB3D0235}" srcOrd="0" destOrd="0" presId="urn:microsoft.com/office/officeart/2016/7/layout/BasicLinearProcessNumbered"/>
    <dgm:cxn modelId="{02759442-A6FF-0445-A249-CD2C28EFE611}" type="presOf" srcId="{1BA74D68-36A7-416C-9EDD-486917BC5EF7}" destId="{51779964-7713-F24D-B36F-8F1591C692C0}" srcOrd="1" destOrd="0" presId="urn:microsoft.com/office/officeart/2016/7/layout/BasicLinearProcessNumbered"/>
    <dgm:cxn modelId="{C8C8A747-60EE-4AD9-AB71-A603F9F948AB}" srcId="{9D6CE027-7116-46D0-B9BE-DF0B0952DA5F}" destId="{1BA74D68-36A7-416C-9EDD-486917BC5EF7}" srcOrd="3" destOrd="0" parTransId="{78D0E536-B74B-43EC-8CFB-56025E4E4D40}" sibTransId="{349AEB03-C56C-42DE-AD2B-1301FC350369}"/>
    <dgm:cxn modelId="{5ED0855F-72C8-034A-BA0E-CDE96B43C901}" type="presOf" srcId="{1BA74D68-36A7-416C-9EDD-486917BC5EF7}" destId="{3619EC98-FB60-EB49-8C7D-43C965924787}" srcOrd="0" destOrd="0" presId="urn:microsoft.com/office/officeart/2016/7/layout/BasicLinearProcessNumbered"/>
    <dgm:cxn modelId="{4B9D9B5F-0ABF-41F5-A4A2-15F24332F1B1}" srcId="{9D6CE027-7116-46D0-B9BE-DF0B0952DA5F}" destId="{2764BD69-CA36-4B22-B06F-EAE75CA81985}" srcOrd="2" destOrd="0" parTransId="{84C03C07-71E1-41D4-8D80-6766F0DA4175}" sibTransId="{D0D7C339-830F-44A5-B7A7-6F2D0C15E499}"/>
    <dgm:cxn modelId="{479E48B7-9D9E-254B-8773-39BF6A9601A7}" type="presOf" srcId="{2764BD69-CA36-4B22-B06F-EAE75CA81985}" destId="{A3C6584F-CE66-D040-AF03-4CD5A7DF9178}" srcOrd="1" destOrd="0" presId="urn:microsoft.com/office/officeart/2016/7/layout/BasicLinearProcessNumbered"/>
    <dgm:cxn modelId="{D585DDB8-4F1F-4372-AA1E-815603D3514D}" srcId="{9D6CE027-7116-46D0-B9BE-DF0B0952DA5F}" destId="{BBC5F00D-5DC5-4169-B3FD-8AAE98EB51AB}" srcOrd="0" destOrd="0" parTransId="{541F5B83-374B-4507-903F-389C1086B490}" sibTransId="{4991697E-5D28-41B7-B127-13B927CE6508}"/>
    <dgm:cxn modelId="{FB8A0BCA-E21F-D247-845E-43DAB438BB1E}" type="presOf" srcId="{E2799109-01EA-49EB-B777-BF22D2381F3A}" destId="{D9076C4B-9EA0-D643-8360-408E7D3D715F}" srcOrd="0" destOrd="0" presId="urn:microsoft.com/office/officeart/2016/7/layout/BasicLinearProcessNumbered"/>
    <dgm:cxn modelId="{65F094CD-0902-534E-A208-3BE6FC7DF18C}" type="presOf" srcId="{C9BEC1B0-F268-4157-9031-A8FF009B99B8}" destId="{84455441-86FE-D74F-95B4-C9D32D97BCA9}" srcOrd="0" destOrd="0" presId="urn:microsoft.com/office/officeart/2016/7/layout/BasicLinearProcessNumbered"/>
    <dgm:cxn modelId="{647184D1-2F6C-D745-B0C0-077920A21E0E}" type="presOf" srcId="{349AEB03-C56C-42DE-AD2B-1301FC350369}" destId="{D65F74FB-1D57-AF49-B864-3D79453332A5}" srcOrd="0" destOrd="0" presId="urn:microsoft.com/office/officeart/2016/7/layout/BasicLinearProcessNumbered"/>
    <dgm:cxn modelId="{04B72DD3-B4C1-48EA-8352-98308953F565}" srcId="{9D6CE027-7116-46D0-B9BE-DF0B0952DA5F}" destId="{C9BEC1B0-F268-4157-9031-A8FF009B99B8}" srcOrd="1" destOrd="0" parTransId="{8F01DDCD-505A-4039-AF3B-EE8F3D4E77D7}" sibTransId="{E2799109-01EA-49EB-B777-BF22D2381F3A}"/>
    <dgm:cxn modelId="{AE89C1E2-800F-FE4F-B7A1-9173FBA4F417}" type="presOf" srcId="{C9BEC1B0-F268-4157-9031-A8FF009B99B8}" destId="{6CB56C8A-1623-3448-96FD-2F3FBB6CFA12}" srcOrd="1" destOrd="0" presId="urn:microsoft.com/office/officeart/2016/7/layout/BasicLinearProcessNumbered"/>
    <dgm:cxn modelId="{8F0AA98A-3F77-2E4A-A36A-4349D421398E}" type="presParOf" srcId="{BD67003F-6D38-2443-84F0-292A3A228FCE}" destId="{5538BF19-19F9-414F-8270-9A1728F332D2}" srcOrd="0" destOrd="0" presId="urn:microsoft.com/office/officeart/2016/7/layout/BasicLinearProcessNumbered"/>
    <dgm:cxn modelId="{61B14E12-A3CE-B749-9A11-6AA793A8F26D}" type="presParOf" srcId="{5538BF19-19F9-414F-8270-9A1728F332D2}" destId="{3433F460-2F34-2649-B97A-6B64596D4554}" srcOrd="0" destOrd="0" presId="urn:microsoft.com/office/officeart/2016/7/layout/BasicLinearProcessNumbered"/>
    <dgm:cxn modelId="{6ECEF7D5-5BBA-9B4C-9C47-A898072C0AE5}" type="presParOf" srcId="{5538BF19-19F9-414F-8270-9A1728F332D2}" destId="{4B763AFD-9FD3-EB4B-8D18-AFF5DB3D0235}" srcOrd="1" destOrd="0" presId="urn:microsoft.com/office/officeart/2016/7/layout/BasicLinearProcessNumbered"/>
    <dgm:cxn modelId="{5980902B-0C06-804F-8E6A-47B32FD842FB}" type="presParOf" srcId="{5538BF19-19F9-414F-8270-9A1728F332D2}" destId="{8A3B2C9D-1818-1549-ABEC-6CEA4A2C1321}" srcOrd="2" destOrd="0" presId="urn:microsoft.com/office/officeart/2016/7/layout/BasicLinearProcessNumbered"/>
    <dgm:cxn modelId="{D78CFBCD-F309-EB44-BAA3-491FC915667E}" type="presParOf" srcId="{5538BF19-19F9-414F-8270-9A1728F332D2}" destId="{D17FA26C-A2AB-9E46-8852-980707467F2C}" srcOrd="3" destOrd="0" presId="urn:microsoft.com/office/officeart/2016/7/layout/BasicLinearProcessNumbered"/>
    <dgm:cxn modelId="{FB6F2550-DCDA-A244-BBE1-BAB13184F61B}" type="presParOf" srcId="{BD67003F-6D38-2443-84F0-292A3A228FCE}" destId="{6565E720-5853-8048-B976-6EF8CB41D222}" srcOrd="1" destOrd="0" presId="urn:microsoft.com/office/officeart/2016/7/layout/BasicLinearProcessNumbered"/>
    <dgm:cxn modelId="{B617EE9D-7495-7341-B7BF-85B9EB3FEBD5}" type="presParOf" srcId="{BD67003F-6D38-2443-84F0-292A3A228FCE}" destId="{CB876962-D314-5A4B-9963-ABB329CB8AEA}" srcOrd="2" destOrd="0" presId="urn:microsoft.com/office/officeart/2016/7/layout/BasicLinearProcessNumbered"/>
    <dgm:cxn modelId="{9BD356E1-B61A-054A-BA4C-D2EB6BB2CBA1}" type="presParOf" srcId="{CB876962-D314-5A4B-9963-ABB329CB8AEA}" destId="{84455441-86FE-D74F-95B4-C9D32D97BCA9}" srcOrd="0" destOrd="0" presId="urn:microsoft.com/office/officeart/2016/7/layout/BasicLinearProcessNumbered"/>
    <dgm:cxn modelId="{2D3E4817-2628-684C-A2A5-BA0DF98C8A03}" type="presParOf" srcId="{CB876962-D314-5A4B-9963-ABB329CB8AEA}" destId="{D9076C4B-9EA0-D643-8360-408E7D3D715F}" srcOrd="1" destOrd="0" presId="urn:microsoft.com/office/officeart/2016/7/layout/BasicLinearProcessNumbered"/>
    <dgm:cxn modelId="{52DF07F9-A810-6A41-AC8D-8A9D7B70813E}" type="presParOf" srcId="{CB876962-D314-5A4B-9963-ABB329CB8AEA}" destId="{FD32473E-25D2-2F47-BC0C-307B0FFCFE90}" srcOrd="2" destOrd="0" presId="urn:microsoft.com/office/officeart/2016/7/layout/BasicLinearProcessNumbered"/>
    <dgm:cxn modelId="{ADD15775-1C1E-A848-B8A4-B19FF12A6313}" type="presParOf" srcId="{CB876962-D314-5A4B-9963-ABB329CB8AEA}" destId="{6CB56C8A-1623-3448-96FD-2F3FBB6CFA12}" srcOrd="3" destOrd="0" presId="urn:microsoft.com/office/officeart/2016/7/layout/BasicLinearProcessNumbered"/>
    <dgm:cxn modelId="{12EE39AD-F108-F745-8A04-C38B211ECD5D}" type="presParOf" srcId="{BD67003F-6D38-2443-84F0-292A3A228FCE}" destId="{CC9D2DBC-EBDF-8A4A-9986-94BB19A2DB29}" srcOrd="3" destOrd="0" presId="urn:microsoft.com/office/officeart/2016/7/layout/BasicLinearProcessNumbered"/>
    <dgm:cxn modelId="{08F5DD8B-EB12-F14E-BD39-52FF52A5B7D5}" type="presParOf" srcId="{BD67003F-6D38-2443-84F0-292A3A228FCE}" destId="{B4E99EB6-DABC-7B4B-99BC-473259F8B2CA}" srcOrd="4" destOrd="0" presId="urn:microsoft.com/office/officeart/2016/7/layout/BasicLinearProcessNumbered"/>
    <dgm:cxn modelId="{1C34123D-47B1-244C-ADF8-EB8E3599864E}" type="presParOf" srcId="{B4E99EB6-DABC-7B4B-99BC-473259F8B2CA}" destId="{F543416C-C8EC-1648-B597-88ABBFC8EA31}" srcOrd="0" destOrd="0" presId="urn:microsoft.com/office/officeart/2016/7/layout/BasicLinearProcessNumbered"/>
    <dgm:cxn modelId="{583ADCA0-6381-3B42-90CA-852F600CFB66}" type="presParOf" srcId="{B4E99EB6-DABC-7B4B-99BC-473259F8B2CA}" destId="{A0E892DE-BE8C-3E4B-ABA3-814364EDDEAA}" srcOrd="1" destOrd="0" presId="urn:microsoft.com/office/officeart/2016/7/layout/BasicLinearProcessNumbered"/>
    <dgm:cxn modelId="{61D0C415-736A-5F4E-89CE-575E81A21F72}" type="presParOf" srcId="{B4E99EB6-DABC-7B4B-99BC-473259F8B2CA}" destId="{10D5CA86-F4B3-BB4C-B083-214B1A8252B4}" srcOrd="2" destOrd="0" presId="urn:microsoft.com/office/officeart/2016/7/layout/BasicLinearProcessNumbered"/>
    <dgm:cxn modelId="{E203414A-427B-7B48-B1CD-821A8FB62C21}" type="presParOf" srcId="{B4E99EB6-DABC-7B4B-99BC-473259F8B2CA}" destId="{A3C6584F-CE66-D040-AF03-4CD5A7DF9178}" srcOrd="3" destOrd="0" presId="urn:microsoft.com/office/officeart/2016/7/layout/BasicLinearProcessNumbered"/>
    <dgm:cxn modelId="{23591E03-DF07-4649-AAB2-89D7B5653120}" type="presParOf" srcId="{BD67003F-6D38-2443-84F0-292A3A228FCE}" destId="{3D63B6D9-54BD-FB4A-9F21-9E5437E804EA}" srcOrd="5" destOrd="0" presId="urn:microsoft.com/office/officeart/2016/7/layout/BasicLinearProcessNumbered"/>
    <dgm:cxn modelId="{5BEFAD80-AAEC-7A4E-A34A-AF4E4B190859}" type="presParOf" srcId="{BD67003F-6D38-2443-84F0-292A3A228FCE}" destId="{E6A31E20-C954-594C-8B57-81D50756DC9C}" srcOrd="6" destOrd="0" presId="urn:microsoft.com/office/officeart/2016/7/layout/BasicLinearProcessNumbered"/>
    <dgm:cxn modelId="{D26B4A08-5E06-8A4C-98EF-E932D177EAFF}" type="presParOf" srcId="{E6A31E20-C954-594C-8B57-81D50756DC9C}" destId="{3619EC98-FB60-EB49-8C7D-43C965924787}" srcOrd="0" destOrd="0" presId="urn:microsoft.com/office/officeart/2016/7/layout/BasicLinearProcessNumbered"/>
    <dgm:cxn modelId="{13FF6AEA-77A5-5A4F-AC77-72057B34E203}" type="presParOf" srcId="{E6A31E20-C954-594C-8B57-81D50756DC9C}" destId="{D65F74FB-1D57-AF49-B864-3D79453332A5}" srcOrd="1" destOrd="0" presId="urn:microsoft.com/office/officeart/2016/7/layout/BasicLinearProcessNumbered"/>
    <dgm:cxn modelId="{ED10ED4C-B04B-C049-AF97-6F6CCEEC3A86}" type="presParOf" srcId="{E6A31E20-C954-594C-8B57-81D50756DC9C}" destId="{43E7F7F7-11EC-E54C-9F6A-0AE6AF17987F}" srcOrd="2" destOrd="0" presId="urn:microsoft.com/office/officeart/2016/7/layout/BasicLinearProcessNumbered"/>
    <dgm:cxn modelId="{CC574CE2-1DD9-4747-9087-B7EFDB293536}" type="presParOf" srcId="{E6A31E20-C954-594C-8B57-81D50756DC9C}" destId="{51779964-7713-F24D-B36F-8F1591C692C0}" srcOrd="3" destOrd="0" presId="urn:microsoft.com/office/officeart/2016/7/layout/BasicLinearProcessNumbered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E927694-EB37-47DF-A00F-522AF5B17081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E62D1E5C-5B0D-4210-BD00-64F31E9BA55B}">
      <dgm:prSet/>
      <dgm:spPr/>
      <dgm:t>
        <a:bodyPr/>
        <a:lstStyle/>
        <a:p>
          <a:r>
            <a:rPr lang="en-US" b="1"/>
            <a:t>Must start</a:t>
          </a:r>
          <a:r>
            <a:rPr lang="en-US"/>
            <a:t> with a letter (a-z, A-Z) or underscore (_)</a:t>
          </a:r>
        </a:p>
      </dgm:t>
    </dgm:pt>
    <dgm:pt modelId="{73C90F02-589C-4D95-A634-05F571DCBC46}" type="parTrans" cxnId="{FF327B1C-F41A-4569-9766-FC5D1A4FF6B4}">
      <dgm:prSet/>
      <dgm:spPr/>
      <dgm:t>
        <a:bodyPr/>
        <a:lstStyle/>
        <a:p>
          <a:endParaRPr lang="en-US"/>
        </a:p>
      </dgm:t>
    </dgm:pt>
    <dgm:pt modelId="{B9B2E44F-3C91-45A7-ABDC-BEA6BA3EE59D}" type="sibTrans" cxnId="{FF327B1C-F41A-4569-9766-FC5D1A4FF6B4}">
      <dgm:prSet/>
      <dgm:spPr/>
      <dgm:t>
        <a:bodyPr/>
        <a:lstStyle/>
        <a:p>
          <a:endParaRPr lang="en-US"/>
        </a:p>
      </dgm:t>
    </dgm:pt>
    <dgm:pt modelId="{B264F958-CC69-4F04-943B-149F884DF8A4}">
      <dgm:prSet/>
      <dgm:spPr/>
      <dgm:t>
        <a:bodyPr/>
        <a:lstStyle/>
        <a:p>
          <a:r>
            <a:rPr lang="en-US" b="1"/>
            <a:t>Can contain</a:t>
          </a:r>
          <a:r>
            <a:rPr lang="en-US"/>
            <a:t> letters, numbers, and underscores</a:t>
          </a:r>
        </a:p>
      </dgm:t>
    </dgm:pt>
    <dgm:pt modelId="{D10226AE-BFA0-407E-A943-453768936D4B}" type="parTrans" cxnId="{52574872-70ED-44AA-9958-BCE398A891D1}">
      <dgm:prSet/>
      <dgm:spPr/>
      <dgm:t>
        <a:bodyPr/>
        <a:lstStyle/>
        <a:p>
          <a:endParaRPr lang="en-US"/>
        </a:p>
      </dgm:t>
    </dgm:pt>
    <dgm:pt modelId="{65388B27-3ACE-47D7-9006-3CD96A982F13}" type="sibTrans" cxnId="{52574872-70ED-44AA-9958-BCE398A891D1}">
      <dgm:prSet/>
      <dgm:spPr/>
      <dgm:t>
        <a:bodyPr/>
        <a:lstStyle/>
        <a:p>
          <a:endParaRPr lang="en-US"/>
        </a:p>
      </dgm:t>
    </dgm:pt>
    <dgm:pt modelId="{93FADEB8-E88F-4D0E-8F1D-1E80A6EE311E}">
      <dgm:prSet/>
      <dgm:spPr/>
      <dgm:t>
        <a:bodyPr/>
        <a:lstStyle/>
        <a:p>
          <a:r>
            <a:rPr lang="en-US" b="1"/>
            <a:t>Cannot contain</a:t>
          </a:r>
          <a:r>
            <a:rPr lang="en-US"/>
            <a:t> spaces or special characters (@, #, $, etc.) </a:t>
          </a:r>
        </a:p>
      </dgm:t>
    </dgm:pt>
    <dgm:pt modelId="{CD6B2E71-F196-42ED-95DA-B4F1F89312E3}" type="parTrans" cxnId="{84BF0729-44DB-4B44-A279-0EF66E81AB1C}">
      <dgm:prSet/>
      <dgm:spPr/>
      <dgm:t>
        <a:bodyPr/>
        <a:lstStyle/>
        <a:p>
          <a:endParaRPr lang="en-US"/>
        </a:p>
      </dgm:t>
    </dgm:pt>
    <dgm:pt modelId="{6F40EF84-B0A9-48F5-96AB-EBEB0973B50D}" type="sibTrans" cxnId="{84BF0729-44DB-4B44-A279-0EF66E81AB1C}">
      <dgm:prSet/>
      <dgm:spPr/>
      <dgm:t>
        <a:bodyPr/>
        <a:lstStyle/>
        <a:p>
          <a:endParaRPr lang="en-US"/>
        </a:p>
      </dgm:t>
    </dgm:pt>
    <dgm:pt modelId="{F94DA810-EBD5-4681-8C40-CD518FBA5535}">
      <dgm:prSet/>
      <dgm:spPr/>
      <dgm:t>
        <a:bodyPr/>
        <a:lstStyle/>
        <a:p>
          <a:r>
            <a:rPr lang="en-US" b="1" dirty="0"/>
            <a:t>Case-sensitive</a:t>
          </a:r>
          <a:r>
            <a:rPr lang="en-US" dirty="0"/>
            <a:t> (name and Name are different variables)</a:t>
          </a:r>
        </a:p>
      </dgm:t>
    </dgm:pt>
    <dgm:pt modelId="{C473220D-E860-4DF1-857A-833463AFF62D}" type="parTrans" cxnId="{B29E9961-D1BC-48C0-81A7-0159710E913C}">
      <dgm:prSet/>
      <dgm:spPr/>
      <dgm:t>
        <a:bodyPr/>
        <a:lstStyle/>
        <a:p>
          <a:endParaRPr lang="en-US"/>
        </a:p>
      </dgm:t>
    </dgm:pt>
    <dgm:pt modelId="{CCE3422D-BD39-4094-8CE0-5C02E085C4D6}" type="sibTrans" cxnId="{B29E9961-D1BC-48C0-81A7-0159710E913C}">
      <dgm:prSet/>
      <dgm:spPr/>
      <dgm:t>
        <a:bodyPr/>
        <a:lstStyle/>
        <a:p>
          <a:endParaRPr lang="en-US"/>
        </a:p>
      </dgm:t>
    </dgm:pt>
    <dgm:pt modelId="{40E3810E-C408-4836-8727-5D427925594C}">
      <dgm:prSet/>
      <dgm:spPr/>
      <dgm:t>
        <a:bodyPr/>
        <a:lstStyle/>
        <a:p>
          <a:r>
            <a:rPr lang="en-US" b="1"/>
            <a:t>Cannot use</a:t>
          </a:r>
          <a:r>
            <a:rPr lang="en-US"/>
            <a:t> Python keywords (like if, for, while)</a:t>
          </a:r>
        </a:p>
      </dgm:t>
    </dgm:pt>
    <dgm:pt modelId="{24257206-17C9-489F-8C31-CC5276B2008E}" type="parTrans" cxnId="{4AEE158F-F37E-4BE9-849A-5A1E11EC20D8}">
      <dgm:prSet/>
      <dgm:spPr/>
      <dgm:t>
        <a:bodyPr/>
        <a:lstStyle/>
        <a:p>
          <a:endParaRPr lang="en-US"/>
        </a:p>
      </dgm:t>
    </dgm:pt>
    <dgm:pt modelId="{7A5C999E-D40C-40B7-8B91-5AAFFB73F5A4}" type="sibTrans" cxnId="{4AEE158F-F37E-4BE9-849A-5A1E11EC20D8}">
      <dgm:prSet/>
      <dgm:spPr/>
      <dgm:t>
        <a:bodyPr/>
        <a:lstStyle/>
        <a:p>
          <a:endParaRPr lang="en-US"/>
        </a:p>
      </dgm:t>
    </dgm:pt>
    <dgm:pt modelId="{A4940360-0697-45B0-99C8-86478DCE97F6}" type="pres">
      <dgm:prSet presAssocID="{8E927694-EB37-47DF-A00F-522AF5B17081}" presName="root" presStyleCnt="0">
        <dgm:presLayoutVars>
          <dgm:dir/>
          <dgm:resizeHandles val="exact"/>
        </dgm:presLayoutVars>
      </dgm:prSet>
      <dgm:spPr/>
    </dgm:pt>
    <dgm:pt modelId="{9D1F3DEB-D685-4240-B0D8-156B8A691E6D}" type="pres">
      <dgm:prSet presAssocID="{E62D1E5C-5B0D-4210-BD00-64F31E9BA55B}" presName="compNode" presStyleCnt="0"/>
      <dgm:spPr/>
    </dgm:pt>
    <dgm:pt modelId="{29F23037-3559-40EB-A12A-C70C2B9E60EB}" type="pres">
      <dgm:prSet presAssocID="{E62D1E5C-5B0D-4210-BD00-64F31E9BA55B}" presName="bgRect" presStyleLbl="bgShp" presStyleIdx="0" presStyleCnt="5"/>
      <dgm:spPr/>
    </dgm:pt>
    <dgm:pt modelId="{40C3CCCF-0994-4428-9070-58060803E234}" type="pres">
      <dgm:prSet presAssocID="{E62D1E5C-5B0D-4210-BD00-64F31E9BA55B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Yuan"/>
        </a:ext>
      </dgm:extLst>
    </dgm:pt>
    <dgm:pt modelId="{15518F5C-D155-4EFC-976F-5224EB1BAE08}" type="pres">
      <dgm:prSet presAssocID="{E62D1E5C-5B0D-4210-BD00-64F31E9BA55B}" presName="spaceRect" presStyleCnt="0"/>
      <dgm:spPr/>
    </dgm:pt>
    <dgm:pt modelId="{95226E2F-8B30-481C-AA99-1E2893536462}" type="pres">
      <dgm:prSet presAssocID="{E62D1E5C-5B0D-4210-BD00-64F31E9BA55B}" presName="parTx" presStyleLbl="revTx" presStyleIdx="0" presStyleCnt="5">
        <dgm:presLayoutVars>
          <dgm:chMax val="0"/>
          <dgm:chPref val="0"/>
        </dgm:presLayoutVars>
      </dgm:prSet>
      <dgm:spPr/>
    </dgm:pt>
    <dgm:pt modelId="{FD5E9F01-8DA2-4942-91B6-D4B8CA07C8AD}" type="pres">
      <dgm:prSet presAssocID="{B9B2E44F-3C91-45A7-ABDC-BEA6BA3EE59D}" presName="sibTrans" presStyleCnt="0"/>
      <dgm:spPr/>
    </dgm:pt>
    <dgm:pt modelId="{CBA7AB39-4B55-46A5-9C1B-BF37ED1D7770}" type="pres">
      <dgm:prSet presAssocID="{B264F958-CC69-4F04-943B-149F884DF8A4}" presName="compNode" presStyleCnt="0"/>
      <dgm:spPr/>
    </dgm:pt>
    <dgm:pt modelId="{B43C7E6D-EB53-45F6-8950-F75E94F02B7A}" type="pres">
      <dgm:prSet presAssocID="{B264F958-CC69-4F04-943B-149F884DF8A4}" presName="bgRect" presStyleLbl="bgShp" presStyleIdx="1" presStyleCnt="5"/>
      <dgm:spPr/>
    </dgm:pt>
    <dgm:pt modelId="{EBECEDE7-C807-4BD0-A977-60A42F9C899B}" type="pres">
      <dgm:prSet presAssocID="{B264F958-CC69-4F04-943B-149F884DF8A4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uble"/>
        </a:ext>
      </dgm:extLst>
    </dgm:pt>
    <dgm:pt modelId="{6442876C-A35B-4704-9FAA-FC7BF15B930D}" type="pres">
      <dgm:prSet presAssocID="{B264F958-CC69-4F04-943B-149F884DF8A4}" presName="spaceRect" presStyleCnt="0"/>
      <dgm:spPr/>
    </dgm:pt>
    <dgm:pt modelId="{8C096C1A-1D87-44C2-A7DF-989EFA61CC85}" type="pres">
      <dgm:prSet presAssocID="{B264F958-CC69-4F04-943B-149F884DF8A4}" presName="parTx" presStyleLbl="revTx" presStyleIdx="1" presStyleCnt="5">
        <dgm:presLayoutVars>
          <dgm:chMax val="0"/>
          <dgm:chPref val="0"/>
        </dgm:presLayoutVars>
      </dgm:prSet>
      <dgm:spPr/>
    </dgm:pt>
    <dgm:pt modelId="{C1CC96A2-0560-4B25-920B-C647B15B74C3}" type="pres">
      <dgm:prSet presAssocID="{65388B27-3ACE-47D7-9006-3CD96A982F13}" presName="sibTrans" presStyleCnt="0"/>
      <dgm:spPr/>
    </dgm:pt>
    <dgm:pt modelId="{06F7CE91-2E24-4DE1-9984-0B2ED12075CB}" type="pres">
      <dgm:prSet presAssocID="{93FADEB8-E88F-4D0E-8F1D-1E80A6EE311E}" presName="compNode" presStyleCnt="0"/>
      <dgm:spPr/>
    </dgm:pt>
    <dgm:pt modelId="{4A70FEBA-5B0C-4909-9E62-F1E074EFFB3D}" type="pres">
      <dgm:prSet presAssocID="{93FADEB8-E88F-4D0E-8F1D-1E80A6EE311E}" presName="bgRect" presStyleLbl="bgShp" presStyleIdx="2" presStyleCnt="5"/>
      <dgm:spPr/>
    </dgm:pt>
    <dgm:pt modelId="{621C7B5E-F809-4E75-A7E2-ABC4B5214DC1}" type="pres">
      <dgm:prSet presAssocID="{93FADEB8-E88F-4D0E-8F1D-1E80A6EE311E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ce"/>
        </a:ext>
      </dgm:extLst>
    </dgm:pt>
    <dgm:pt modelId="{497C0BBA-2902-4F20-A45D-DEC6A6E7018A}" type="pres">
      <dgm:prSet presAssocID="{93FADEB8-E88F-4D0E-8F1D-1E80A6EE311E}" presName="spaceRect" presStyleCnt="0"/>
      <dgm:spPr/>
    </dgm:pt>
    <dgm:pt modelId="{89EFC649-B672-4110-9F8D-0265BA97CD58}" type="pres">
      <dgm:prSet presAssocID="{93FADEB8-E88F-4D0E-8F1D-1E80A6EE311E}" presName="parTx" presStyleLbl="revTx" presStyleIdx="2" presStyleCnt="5">
        <dgm:presLayoutVars>
          <dgm:chMax val="0"/>
          <dgm:chPref val="0"/>
        </dgm:presLayoutVars>
      </dgm:prSet>
      <dgm:spPr/>
    </dgm:pt>
    <dgm:pt modelId="{FDC97A1B-BA69-40CE-8E33-580192920D17}" type="pres">
      <dgm:prSet presAssocID="{6F40EF84-B0A9-48F5-96AB-EBEB0973B50D}" presName="sibTrans" presStyleCnt="0"/>
      <dgm:spPr/>
    </dgm:pt>
    <dgm:pt modelId="{21865B6C-1591-49BB-8F2F-C9952DF69B5F}" type="pres">
      <dgm:prSet presAssocID="{F94DA810-EBD5-4681-8C40-CD518FBA5535}" presName="compNode" presStyleCnt="0"/>
      <dgm:spPr/>
    </dgm:pt>
    <dgm:pt modelId="{E9BAEB85-9C06-4AFB-8C8F-504CCA695E7F}" type="pres">
      <dgm:prSet presAssocID="{F94DA810-EBD5-4681-8C40-CD518FBA5535}" presName="bgRect" presStyleLbl="bgShp" presStyleIdx="3" presStyleCnt="5"/>
      <dgm:spPr/>
    </dgm:pt>
    <dgm:pt modelId="{AB438E68-584E-4E70-BFD9-344DE3DB5C93}" type="pres">
      <dgm:prSet presAssocID="{F94DA810-EBD5-4681-8C40-CD518FBA5535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etective"/>
        </a:ext>
      </dgm:extLst>
    </dgm:pt>
    <dgm:pt modelId="{2DD23085-7B8A-4EAC-BCB1-B20EB94879EB}" type="pres">
      <dgm:prSet presAssocID="{F94DA810-EBD5-4681-8C40-CD518FBA5535}" presName="spaceRect" presStyleCnt="0"/>
      <dgm:spPr/>
    </dgm:pt>
    <dgm:pt modelId="{CC79DFBF-0046-4641-A95F-871A9CDF39B5}" type="pres">
      <dgm:prSet presAssocID="{F94DA810-EBD5-4681-8C40-CD518FBA5535}" presName="parTx" presStyleLbl="revTx" presStyleIdx="3" presStyleCnt="5">
        <dgm:presLayoutVars>
          <dgm:chMax val="0"/>
          <dgm:chPref val="0"/>
        </dgm:presLayoutVars>
      </dgm:prSet>
      <dgm:spPr/>
    </dgm:pt>
    <dgm:pt modelId="{E3A46EB5-0D1C-4AB9-B7A5-7DB703050D5F}" type="pres">
      <dgm:prSet presAssocID="{CCE3422D-BD39-4094-8CE0-5C02E085C4D6}" presName="sibTrans" presStyleCnt="0"/>
      <dgm:spPr/>
    </dgm:pt>
    <dgm:pt modelId="{86157C2F-C748-4953-9520-FC4194591A34}" type="pres">
      <dgm:prSet presAssocID="{40E3810E-C408-4836-8727-5D427925594C}" presName="compNode" presStyleCnt="0"/>
      <dgm:spPr/>
    </dgm:pt>
    <dgm:pt modelId="{DADB5128-92A7-44ED-820B-7BE1F5B74F50}" type="pres">
      <dgm:prSet presAssocID="{40E3810E-C408-4836-8727-5D427925594C}" presName="bgRect" presStyleLbl="bgShp" presStyleIdx="4" presStyleCnt="5"/>
      <dgm:spPr/>
    </dgm:pt>
    <dgm:pt modelId="{045323B5-A4E0-4F1B-AD2C-801859F68565}" type="pres">
      <dgm:prSet presAssocID="{40E3810E-C408-4836-8727-5D427925594C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oks"/>
        </a:ext>
      </dgm:extLst>
    </dgm:pt>
    <dgm:pt modelId="{B87722EC-6BA9-4292-B950-94F8563269EA}" type="pres">
      <dgm:prSet presAssocID="{40E3810E-C408-4836-8727-5D427925594C}" presName="spaceRect" presStyleCnt="0"/>
      <dgm:spPr/>
    </dgm:pt>
    <dgm:pt modelId="{DA46385E-E17E-4DE4-8B57-967F5E699313}" type="pres">
      <dgm:prSet presAssocID="{40E3810E-C408-4836-8727-5D427925594C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FF327B1C-F41A-4569-9766-FC5D1A4FF6B4}" srcId="{8E927694-EB37-47DF-A00F-522AF5B17081}" destId="{E62D1E5C-5B0D-4210-BD00-64F31E9BA55B}" srcOrd="0" destOrd="0" parTransId="{73C90F02-589C-4D95-A634-05F571DCBC46}" sibTransId="{B9B2E44F-3C91-45A7-ABDC-BEA6BA3EE59D}"/>
    <dgm:cxn modelId="{84BF0729-44DB-4B44-A279-0EF66E81AB1C}" srcId="{8E927694-EB37-47DF-A00F-522AF5B17081}" destId="{93FADEB8-E88F-4D0E-8F1D-1E80A6EE311E}" srcOrd="2" destOrd="0" parTransId="{CD6B2E71-F196-42ED-95DA-B4F1F89312E3}" sibTransId="{6F40EF84-B0A9-48F5-96AB-EBEB0973B50D}"/>
    <dgm:cxn modelId="{90E57135-8F5E-483C-BD5C-B3FCC56D022F}" type="presOf" srcId="{F94DA810-EBD5-4681-8C40-CD518FBA5535}" destId="{CC79DFBF-0046-4641-A95F-871A9CDF39B5}" srcOrd="0" destOrd="0" presId="urn:microsoft.com/office/officeart/2018/2/layout/IconVerticalSolidList"/>
    <dgm:cxn modelId="{06AA5039-A9C2-4619-A81B-204C3AD6AAF9}" type="presOf" srcId="{B264F958-CC69-4F04-943B-149F884DF8A4}" destId="{8C096C1A-1D87-44C2-A7DF-989EFA61CC85}" srcOrd="0" destOrd="0" presId="urn:microsoft.com/office/officeart/2018/2/layout/IconVerticalSolidList"/>
    <dgm:cxn modelId="{F7AD674E-9ED6-4FB7-A522-696BB2B42717}" type="presOf" srcId="{40E3810E-C408-4836-8727-5D427925594C}" destId="{DA46385E-E17E-4DE4-8B57-967F5E699313}" srcOrd="0" destOrd="0" presId="urn:microsoft.com/office/officeart/2018/2/layout/IconVerticalSolidList"/>
    <dgm:cxn modelId="{B29E9961-D1BC-48C0-81A7-0159710E913C}" srcId="{8E927694-EB37-47DF-A00F-522AF5B17081}" destId="{F94DA810-EBD5-4681-8C40-CD518FBA5535}" srcOrd="3" destOrd="0" parTransId="{C473220D-E860-4DF1-857A-833463AFF62D}" sibTransId="{CCE3422D-BD39-4094-8CE0-5C02E085C4D6}"/>
    <dgm:cxn modelId="{C7E4AC65-716E-47AA-86AC-02BBE334E7B0}" type="presOf" srcId="{8E927694-EB37-47DF-A00F-522AF5B17081}" destId="{A4940360-0697-45B0-99C8-86478DCE97F6}" srcOrd="0" destOrd="0" presId="urn:microsoft.com/office/officeart/2018/2/layout/IconVerticalSolidList"/>
    <dgm:cxn modelId="{52574872-70ED-44AA-9958-BCE398A891D1}" srcId="{8E927694-EB37-47DF-A00F-522AF5B17081}" destId="{B264F958-CC69-4F04-943B-149F884DF8A4}" srcOrd="1" destOrd="0" parTransId="{D10226AE-BFA0-407E-A943-453768936D4B}" sibTransId="{65388B27-3ACE-47D7-9006-3CD96A982F13}"/>
    <dgm:cxn modelId="{213FEF7C-FCAC-450C-98B9-06F4B96BE237}" type="presOf" srcId="{93FADEB8-E88F-4D0E-8F1D-1E80A6EE311E}" destId="{89EFC649-B672-4110-9F8D-0265BA97CD58}" srcOrd="0" destOrd="0" presId="urn:microsoft.com/office/officeart/2018/2/layout/IconVerticalSolidList"/>
    <dgm:cxn modelId="{4AEE158F-F37E-4BE9-849A-5A1E11EC20D8}" srcId="{8E927694-EB37-47DF-A00F-522AF5B17081}" destId="{40E3810E-C408-4836-8727-5D427925594C}" srcOrd="4" destOrd="0" parTransId="{24257206-17C9-489F-8C31-CC5276B2008E}" sibTransId="{7A5C999E-D40C-40B7-8B91-5AAFFB73F5A4}"/>
    <dgm:cxn modelId="{85F381E1-F503-4E82-A9E8-AEB073323FDC}" type="presOf" srcId="{E62D1E5C-5B0D-4210-BD00-64F31E9BA55B}" destId="{95226E2F-8B30-481C-AA99-1E2893536462}" srcOrd="0" destOrd="0" presId="urn:microsoft.com/office/officeart/2018/2/layout/IconVerticalSolidList"/>
    <dgm:cxn modelId="{4E19AB0B-F074-4C58-A139-F7D286B5FD1C}" type="presParOf" srcId="{A4940360-0697-45B0-99C8-86478DCE97F6}" destId="{9D1F3DEB-D685-4240-B0D8-156B8A691E6D}" srcOrd="0" destOrd="0" presId="urn:microsoft.com/office/officeart/2018/2/layout/IconVerticalSolidList"/>
    <dgm:cxn modelId="{F3EAA5D1-0219-46C5-9370-29AB7E721BE5}" type="presParOf" srcId="{9D1F3DEB-D685-4240-B0D8-156B8A691E6D}" destId="{29F23037-3559-40EB-A12A-C70C2B9E60EB}" srcOrd="0" destOrd="0" presId="urn:microsoft.com/office/officeart/2018/2/layout/IconVerticalSolidList"/>
    <dgm:cxn modelId="{3C9BE26F-5D5D-46CC-8C25-10FE04DAB246}" type="presParOf" srcId="{9D1F3DEB-D685-4240-B0D8-156B8A691E6D}" destId="{40C3CCCF-0994-4428-9070-58060803E234}" srcOrd="1" destOrd="0" presId="urn:microsoft.com/office/officeart/2018/2/layout/IconVerticalSolidList"/>
    <dgm:cxn modelId="{7F2076D6-89DD-411D-80B6-56ABFE0FCC6F}" type="presParOf" srcId="{9D1F3DEB-D685-4240-B0D8-156B8A691E6D}" destId="{15518F5C-D155-4EFC-976F-5224EB1BAE08}" srcOrd="2" destOrd="0" presId="urn:microsoft.com/office/officeart/2018/2/layout/IconVerticalSolidList"/>
    <dgm:cxn modelId="{D406A4BA-68FA-48F0-BE24-FDC521F4A4CC}" type="presParOf" srcId="{9D1F3DEB-D685-4240-B0D8-156B8A691E6D}" destId="{95226E2F-8B30-481C-AA99-1E2893536462}" srcOrd="3" destOrd="0" presId="urn:microsoft.com/office/officeart/2018/2/layout/IconVerticalSolidList"/>
    <dgm:cxn modelId="{A8CB0A41-CFA9-4F09-9E56-41916F993189}" type="presParOf" srcId="{A4940360-0697-45B0-99C8-86478DCE97F6}" destId="{FD5E9F01-8DA2-4942-91B6-D4B8CA07C8AD}" srcOrd="1" destOrd="0" presId="urn:microsoft.com/office/officeart/2018/2/layout/IconVerticalSolidList"/>
    <dgm:cxn modelId="{FF60B8F5-5105-4202-AB43-19B0EC8951AB}" type="presParOf" srcId="{A4940360-0697-45B0-99C8-86478DCE97F6}" destId="{CBA7AB39-4B55-46A5-9C1B-BF37ED1D7770}" srcOrd="2" destOrd="0" presId="urn:microsoft.com/office/officeart/2018/2/layout/IconVerticalSolidList"/>
    <dgm:cxn modelId="{265771EF-14BB-46A9-AB5A-560F5270A7C9}" type="presParOf" srcId="{CBA7AB39-4B55-46A5-9C1B-BF37ED1D7770}" destId="{B43C7E6D-EB53-45F6-8950-F75E94F02B7A}" srcOrd="0" destOrd="0" presId="urn:microsoft.com/office/officeart/2018/2/layout/IconVerticalSolidList"/>
    <dgm:cxn modelId="{50E93A5F-45FF-4A01-B7B7-A52B0985ADCA}" type="presParOf" srcId="{CBA7AB39-4B55-46A5-9C1B-BF37ED1D7770}" destId="{EBECEDE7-C807-4BD0-A977-60A42F9C899B}" srcOrd="1" destOrd="0" presId="urn:microsoft.com/office/officeart/2018/2/layout/IconVerticalSolidList"/>
    <dgm:cxn modelId="{09A43E18-A3BD-46CD-AE4C-224EE9A6453A}" type="presParOf" srcId="{CBA7AB39-4B55-46A5-9C1B-BF37ED1D7770}" destId="{6442876C-A35B-4704-9FAA-FC7BF15B930D}" srcOrd="2" destOrd="0" presId="urn:microsoft.com/office/officeart/2018/2/layout/IconVerticalSolidList"/>
    <dgm:cxn modelId="{7AFD463E-D250-4B92-9A44-213F2AB2C095}" type="presParOf" srcId="{CBA7AB39-4B55-46A5-9C1B-BF37ED1D7770}" destId="{8C096C1A-1D87-44C2-A7DF-989EFA61CC85}" srcOrd="3" destOrd="0" presId="urn:microsoft.com/office/officeart/2018/2/layout/IconVerticalSolidList"/>
    <dgm:cxn modelId="{A54C9155-005F-4C5C-8251-77943A63A652}" type="presParOf" srcId="{A4940360-0697-45B0-99C8-86478DCE97F6}" destId="{C1CC96A2-0560-4B25-920B-C647B15B74C3}" srcOrd="3" destOrd="0" presId="urn:microsoft.com/office/officeart/2018/2/layout/IconVerticalSolidList"/>
    <dgm:cxn modelId="{31F63054-C235-4247-9529-C622B9EB1BF1}" type="presParOf" srcId="{A4940360-0697-45B0-99C8-86478DCE97F6}" destId="{06F7CE91-2E24-4DE1-9984-0B2ED12075CB}" srcOrd="4" destOrd="0" presId="urn:microsoft.com/office/officeart/2018/2/layout/IconVerticalSolidList"/>
    <dgm:cxn modelId="{697CC9AA-DF86-4297-AE27-72717CBA6C9E}" type="presParOf" srcId="{06F7CE91-2E24-4DE1-9984-0B2ED12075CB}" destId="{4A70FEBA-5B0C-4909-9E62-F1E074EFFB3D}" srcOrd="0" destOrd="0" presId="urn:microsoft.com/office/officeart/2018/2/layout/IconVerticalSolidList"/>
    <dgm:cxn modelId="{F0796B9F-A8CD-4BF1-A50C-31213977AE58}" type="presParOf" srcId="{06F7CE91-2E24-4DE1-9984-0B2ED12075CB}" destId="{621C7B5E-F809-4E75-A7E2-ABC4B5214DC1}" srcOrd="1" destOrd="0" presId="urn:microsoft.com/office/officeart/2018/2/layout/IconVerticalSolidList"/>
    <dgm:cxn modelId="{E7BF81BB-4060-40C8-A98D-CB7C2C205479}" type="presParOf" srcId="{06F7CE91-2E24-4DE1-9984-0B2ED12075CB}" destId="{497C0BBA-2902-4F20-A45D-DEC6A6E7018A}" srcOrd="2" destOrd="0" presId="urn:microsoft.com/office/officeart/2018/2/layout/IconVerticalSolidList"/>
    <dgm:cxn modelId="{6AFCE38B-DC74-47F8-9DF5-73962BBE040F}" type="presParOf" srcId="{06F7CE91-2E24-4DE1-9984-0B2ED12075CB}" destId="{89EFC649-B672-4110-9F8D-0265BA97CD58}" srcOrd="3" destOrd="0" presId="urn:microsoft.com/office/officeart/2018/2/layout/IconVerticalSolidList"/>
    <dgm:cxn modelId="{78002E19-7848-45CB-839E-94B17CCBC509}" type="presParOf" srcId="{A4940360-0697-45B0-99C8-86478DCE97F6}" destId="{FDC97A1B-BA69-40CE-8E33-580192920D17}" srcOrd="5" destOrd="0" presId="urn:microsoft.com/office/officeart/2018/2/layout/IconVerticalSolidList"/>
    <dgm:cxn modelId="{E5FFE798-AF67-4BFF-892D-5056199A6FC1}" type="presParOf" srcId="{A4940360-0697-45B0-99C8-86478DCE97F6}" destId="{21865B6C-1591-49BB-8F2F-C9952DF69B5F}" srcOrd="6" destOrd="0" presId="urn:microsoft.com/office/officeart/2018/2/layout/IconVerticalSolidList"/>
    <dgm:cxn modelId="{28B498AA-0FAE-4136-A3DC-059143E4329A}" type="presParOf" srcId="{21865B6C-1591-49BB-8F2F-C9952DF69B5F}" destId="{E9BAEB85-9C06-4AFB-8C8F-504CCA695E7F}" srcOrd="0" destOrd="0" presId="urn:microsoft.com/office/officeart/2018/2/layout/IconVerticalSolidList"/>
    <dgm:cxn modelId="{D2E20EE9-1509-42D6-8D83-C571ECFEFF0D}" type="presParOf" srcId="{21865B6C-1591-49BB-8F2F-C9952DF69B5F}" destId="{AB438E68-584E-4E70-BFD9-344DE3DB5C93}" srcOrd="1" destOrd="0" presId="urn:microsoft.com/office/officeart/2018/2/layout/IconVerticalSolidList"/>
    <dgm:cxn modelId="{552624C5-4AD4-48FF-88D9-25F6B1240FCE}" type="presParOf" srcId="{21865B6C-1591-49BB-8F2F-C9952DF69B5F}" destId="{2DD23085-7B8A-4EAC-BCB1-B20EB94879EB}" srcOrd="2" destOrd="0" presId="urn:microsoft.com/office/officeart/2018/2/layout/IconVerticalSolidList"/>
    <dgm:cxn modelId="{7692AB2B-9B1C-45E3-910C-4B53D1F95442}" type="presParOf" srcId="{21865B6C-1591-49BB-8F2F-C9952DF69B5F}" destId="{CC79DFBF-0046-4641-A95F-871A9CDF39B5}" srcOrd="3" destOrd="0" presId="urn:microsoft.com/office/officeart/2018/2/layout/IconVerticalSolidList"/>
    <dgm:cxn modelId="{7055334C-5E6D-48B5-9B70-D214587FBEFA}" type="presParOf" srcId="{A4940360-0697-45B0-99C8-86478DCE97F6}" destId="{E3A46EB5-0D1C-4AB9-B7A5-7DB703050D5F}" srcOrd="7" destOrd="0" presId="urn:microsoft.com/office/officeart/2018/2/layout/IconVerticalSolidList"/>
    <dgm:cxn modelId="{90BCC0FF-2DB4-4017-9C67-EA3FAB0F89BA}" type="presParOf" srcId="{A4940360-0697-45B0-99C8-86478DCE97F6}" destId="{86157C2F-C748-4953-9520-FC4194591A34}" srcOrd="8" destOrd="0" presId="urn:microsoft.com/office/officeart/2018/2/layout/IconVerticalSolidList"/>
    <dgm:cxn modelId="{68AD4744-82DA-44BD-AA69-5A50C7095921}" type="presParOf" srcId="{86157C2F-C748-4953-9520-FC4194591A34}" destId="{DADB5128-92A7-44ED-820B-7BE1F5B74F50}" srcOrd="0" destOrd="0" presId="urn:microsoft.com/office/officeart/2018/2/layout/IconVerticalSolidList"/>
    <dgm:cxn modelId="{45BD5315-52CD-49B7-95A6-C280DBFAA341}" type="presParOf" srcId="{86157C2F-C748-4953-9520-FC4194591A34}" destId="{045323B5-A4E0-4F1B-AD2C-801859F68565}" srcOrd="1" destOrd="0" presId="urn:microsoft.com/office/officeart/2018/2/layout/IconVerticalSolidList"/>
    <dgm:cxn modelId="{BA8D9C6D-4AAD-4048-B429-C43C4C534CA9}" type="presParOf" srcId="{86157C2F-C748-4953-9520-FC4194591A34}" destId="{B87722EC-6BA9-4292-B950-94F8563269EA}" srcOrd="2" destOrd="0" presId="urn:microsoft.com/office/officeart/2018/2/layout/IconVerticalSolidList"/>
    <dgm:cxn modelId="{B5502041-5017-4DC3-8597-32D73815B155}" type="presParOf" srcId="{86157C2F-C748-4953-9520-FC4194591A34}" destId="{DA46385E-E17E-4DE4-8B57-967F5E699313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F6931DC-66DC-4FFF-B870-7D7DD193E6F6}" type="doc">
      <dgm:prSet loTypeId="urn:microsoft.com/office/officeart/2016/7/layout/VerticalHollowActionLis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2CB87346-1B8A-4407-AFBA-D27331C27A56}">
      <dgm:prSet/>
      <dgm:spPr/>
      <dgm:t>
        <a:bodyPr/>
        <a:lstStyle/>
        <a:p>
          <a:r>
            <a:rPr lang="en-US"/>
            <a:t>Use</a:t>
          </a:r>
        </a:p>
      </dgm:t>
    </dgm:pt>
    <dgm:pt modelId="{0C59FB21-5551-4E91-BA78-36A9CEE35265}" type="parTrans" cxnId="{188AED61-7408-4AB3-A8BB-A32907BFDA66}">
      <dgm:prSet/>
      <dgm:spPr/>
      <dgm:t>
        <a:bodyPr/>
        <a:lstStyle/>
        <a:p>
          <a:endParaRPr lang="en-US"/>
        </a:p>
      </dgm:t>
    </dgm:pt>
    <dgm:pt modelId="{E291F1B9-E4F4-4DE8-B521-16B4D5C6C8EC}" type="sibTrans" cxnId="{188AED61-7408-4AB3-A8BB-A32907BFDA66}">
      <dgm:prSet/>
      <dgm:spPr/>
      <dgm:t>
        <a:bodyPr/>
        <a:lstStyle/>
        <a:p>
          <a:endParaRPr lang="en-US"/>
        </a:p>
      </dgm:t>
    </dgm:pt>
    <dgm:pt modelId="{AD02A6B8-17BB-4C78-93A6-5CCE2271B1A9}">
      <dgm:prSet/>
      <dgm:spPr/>
      <dgm:t>
        <a:bodyPr/>
        <a:lstStyle/>
        <a:p>
          <a:r>
            <a:rPr lang="en-US"/>
            <a:t>Use lowercase with underscores for variable names (snake_case)</a:t>
          </a:r>
        </a:p>
      </dgm:t>
    </dgm:pt>
    <dgm:pt modelId="{2C9C3008-6727-4BFF-B48B-EC26D14E77A7}" type="parTrans" cxnId="{79777C4A-FFB9-4490-8B5C-4ABF49509EDB}">
      <dgm:prSet/>
      <dgm:spPr/>
      <dgm:t>
        <a:bodyPr/>
        <a:lstStyle/>
        <a:p>
          <a:endParaRPr lang="en-US"/>
        </a:p>
      </dgm:t>
    </dgm:pt>
    <dgm:pt modelId="{A2D0BFA2-440F-42D7-8632-3D0188C366B4}" type="sibTrans" cxnId="{79777C4A-FFB9-4490-8B5C-4ABF49509EDB}">
      <dgm:prSet/>
      <dgm:spPr/>
      <dgm:t>
        <a:bodyPr/>
        <a:lstStyle/>
        <a:p>
          <a:endParaRPr lang="en-US"/>
        </a:p>
      </dgm:t>
    </dgm:pt>
    <dgm:pt modelId="{086A97AC-F945-487A-A82A-2E70FF13A671}">
      <dgm:prSet/>
      <dgm:spPr/>
      <dgm:t>
        <a:bodyPr/>
        <a:lstStyle/>
        <a:p>
          <a:r>
            <a:rPr lang="en-US"/>
            <a:t>Use</a:t>
          </a:r>
        </a:p>
      </dgm:t>
    </dgm:pt>
    <dgm:pt modelId="{131C40CB-2292-44D2-8E82-DD1DF02570BB}" type="parTrans" cxnId="{B9345D54-7745-45BB-A033-C1D4A5577FFA}">
      <dgm:prSet/>
      <dgm:spPr/>
      <dgm:t>
        <a:bodyPr/>
        <a:lstStyle/>
        <a:p>
          <a:endParaRPr lang="en-US"/>
        </a:p>
      </dgm:t>
    </dgm:pt>
    <dgm:pt modelId="{CFDB47D8-485A-4C64-9BA1-F2E7433EA69C}" type="sibTrans" cxnId="{B9345D54-7745-45BB-A033-C1D4A5577FFA}">
      <dgm:prSet/>
      <dgm:spPr/>
      <dgm:t>
        <a:bodyPr/>
        <a:lstStyle/>
        <a:p>
          <a:endParaRPr lang="en-US"/>
        </a:p>
      </dgm:t>
    </dgm:pt>
    <dgm:pt modelId="{A36D810B-475E-4C9A-B67E-568EC1193201}">
      <dgm:prSet/>
      <dgm:spPr/>
      <dgm:t>
        <a:bodyPr/>
        <a:lstStyle/>
        <a:p>
          <a:r>
            <a:rPr lang="en-US"/>
            <a:t>Use descriptive names that explain what the variable stores </a:t>
          </a:r>
        </a:p>
      </dgm:t>
    </dgm:pt>
    <dgm:pt modelId="{8FA6E3EC-1B4B-4B4B-918E-A6F420A911EE}" type="parTrans" cxnId="{66575FE6-4BDC-428A-9C20-F77DDF3343E7}">
      <dgm:prSet/>
      <dgm:spPr/>
      <dgm:t>
        <a:bodyPr/>
        <a:lstStyle/>
        <a:p>
          <a:endParaRPr lang="en-US"/>
        </a:p>
      </dgm:t>
    </dgm:pt>
    <dgm:pt modelId="{7AD99BF0-07E9-44D8-A29C-436E96CCCECB}" type="sibTrans" cxnId="{66575FE6-4BDC-428A-9C20-F77DDF3343E7}">
      <dgm:prSet/>
      <dgm:spPr/>
      <dgm:t>
        <a:bodyPr/>
        <a:lstStyle/>
        <a:p>
          <a:endParaRPr lang="en-US"/>
        </a:p>
      </dgm:t>
    </dgm:pt>
    <dgm:pt modelId="{5C548B60-7CE4-4F53-919A-21C075E5E467}">
      <dgm:prSet/>
      <dgm:spPr/>
      <dgm:t>
        <a:bodyPr/>
        <a:lstStyle/>
        <a:p>
          <a:r>
            <a:rPr lang="en-US"/>
            <a:t>Avoid</a:t>
          </a:r>
        </a:p>
      </dgm:t>
    </dgm:pt>
    <dgm:pt modelId="{3054F10E-4422-4BC0-B556-923ED43F506D}" type="parTrans" cxnId="{8A04163D-2ACB-4908-90BB-A8D5B347A9F6}">
      <dgm:prSet/>
      <dgm:spPr/>
      <dgm:t>
        <a:bodyPr/>
        <a:lstStyle/>
        <a:p>
          <a:endParaRPr lang="en-US"/>
        </a:p>
      </dgm:t>
    </dgm:pt>
    <dgm:pt modelId="{AAFB2682-3750-4912-A5DA-B733F3B75EC5}" type="sibTrans" cxnId="{8A04163D-2ACB-4908-90BB-A8D5B347A9F6}">
      <dgm:prSet/>
      <dgm:spPr/>
      <dgm:t>
        <a:bodyPr/>
        <a:lstStyle/>
        <a:p>
          <a:endParaRPr lang="en-US"/>
        </a:p>
      </dgm:t>
    </dgm:pt>
    <dgm:pt modelId="{78058DD8-799F-4E91-937F-20E1343F4DE3}">
      <dgm:prSet/>
      <dgm:spPr/>
      <dgm:t>
        <a:bodyPr/>
        <a:lstStyle/>
        <a:p>
          <a:r>
            <a:rPr lang="en-US"/>
            <a:t>Avoid single letters except for temporary counters</a:t>
          </a:r>
        </a:p>
      </dgm:t>
    </dgm:pt>
    <dgm:pt modelId="{6DBD4E3E-316B-4079-A160-F82F11089C57}" type="parTrans" cxnId="{AE55C824-7F59-4E6C-BAB9-239F859C0E92}">
      <dgm:prSet/>
      <dgm:spPr/>
      <dgm:t>
        <a:bodyPr/>
        <a:lstStyle/>
        <a:p>
          <a:endParaRPr lang="en-US"/>
        </a:p>
      </dgm:t>
    </dgm:pt>
    <dgm:pt modelId="{9A9F85CA-B8E8-47A9-B86C-1A07E1AD7088}" type="sibTrans" cxnId="{AE55C824-7F59-4E6C-BAB9-239F859C0E92}">
      <dgm:prSet/>
      <dgm:spPr/>
      <dgm:t>
        <a:bodyPr/>
        <a:lstStyle/>
        <a:p>
          <a:endParaRPr lang="en-US"/>
        </a:p>
      </dgm:t>
    </dgm:pt>
    <dgm:pt modelId="{70F45F99-6545-F64D-B713-1B195C40BCAE}" type="pres">
      <dgm:prSet presAssocID="{CF6931DC-66DC-4FFF-B870-7D7DD193E6F6}" presName="Name0" presStyleCnt="0">
        <dgm:presLayoutVars>
          <dgm:dir/>
          <dgm:animLvl val="lvl"/>
          <dgm:resizeHandles val="exact"/>
        </dgm:presLayoutVars>
      </dgm:prSet>
      <dgm:spPr/>
    </dgm:pt>
    <dgm:pt modelId="{66CC6009-11B8-E84B-B2AF-EF38BD9F7BDD}" type="pres">
      <dgm:prSet presAssocID="{2CB87346-1B8A-4407-AFBA-D27331C27A56}" presName="linNode" presStyleCnt="0"/>
      <dgm:spPr/>
    </dgm:pt>
    <dgm:pt modelId="{3EA9BE57-2674-9A4E-97C8-A5455C81D6E1}" type="pres">
      <dgm:prSet presAssocID="{2CB87346-1B8A-4407-AFBA-D27331C27A56}" presName="parentText" presStyleLbl="solidFgAcc1" presStyleIdx="0" presStyleCnt="3">
        <dgm:presLayoutVars>
          <dgm:chMax val="1"/>
          <dgm:bulletEnabled/>
        </dgm:presLayoutVars>
      </dgm:prSet>
      <dgm:spPr/>
    </dgm:pt>
    <dgm:pt modelId="{5745BC39-BF67-084C-B642-423F2C1FA80A}" type="pres">
      <dgm:prSet presAssocID="{2CB87346-1B8A-4407-AFBA-D27331C27A56}" presName="descendantText" presStyleLbl="alignNode1" presStyleIdx="0" presStyleCnt="3">
        <dgm:presLayoutVars>
          <dgm:bulletEnabled/>
        </dgm:presLayoutVars>
      </dgm:prSet>
      <dgm:spPr/>
    </dgm:pt>
    <dgm:pt modelId="{48CE822A-9536-6C49-BF21-40085FD2C08D}" type="pres">
      <dgm:prSet presAssocID="{E291F1B9-E4F4-4DE8-B521-16B4D5C6C8EC}" presName="sp" presStyleCnt="0"/>
      <dgm:spPr/>
    </dgm:pt>
    <dgm:pt modelId="{6D2112D1-392D-2147-9B91-D0D58E66C9C9}" type="pres">
      <dgm:prSet presAssocID="{086A97AC-F945-487A-A82A-2E70FF13A671}" presName="linNode" presStyleCnt="0"/>
      <dgm:spPr/>
    </dgm:pt>
    <dgm:pt modelId="{21FE4615-994B-3E41-8708-9A75D218FC5E}" type="pres">
      <dgm:prSet presAssocID="{086A97AC-F945-487A-A82A-2E70FF13A671}" presName="parentText" presStyleLbl="solidFgAcc1" presStyleIdx="1" presStyleCnt="3">
        <dgm:presLayoutVars>
          <dgm:chMax val="1"/>
          <dgm:bulletEnabled/>
        </dgm:presLayoutVars>
      </dgm:prSet>
      <dgm:spPr/>
    </dgm:pt>
    <dgm:pt modelId="{D59BAB7E-B36E-C24D-A883-B4C56F3AB19E}" type="pres">
      <dgm:prSet presAssocID="{086A97AC-F945-487A-A82A-2E70FF13A671}" presName="descendantText" presStyleLbl="alignNode1" presStyleIdx="1" presStyleCnt="3">
        <dgm:presLayoutVars>
          <dgm:bulletEnabled/>
        </dgm:presLayoutVars>
      </dgm:prSet>
      <dgm:spPr/>
    </dgm:pt>
    <dgm:pt modelId="{49AF8516-6E50-AD46-8389-91CE9610C88D}" type="pres">
      <dgm:prSet presAssocID="{CFDB47D8-485A-4C64-9BA1-F2E7433EA69C}" presName="sp" presStyleCnt="0"/>
      <dgm:spPr/>
    </dgm:pt>
    <dgm:pt modelId="{6A51CC3F-358A-9E4C-800D-4B506EA972C0}" type="pres">
      <dgm:prSet presAssocID="{5C548B60-7CE4-4F53-919A-21C075E5E467}" presName="linNode" presStyleCnt="0"/>
      <dgm:spPr/>
    </dgm:pt>
    <dgm:pt modelId="{4674632A-3B5A-6246-BCB8-BF48029C59DC}" type="pres">
      <dgm:prSet presAssocID="{5C548B60-7CE4-4F53-919A-21C075E5E467}" presName="parentText" presStyleLbl="solidFgAcc1" presStyleIdx="2" presStyleCnt="3">
        <dgm:presLayoutVars>
          <dgm:chMax val="1"/>
          <dgm:bulletEnabled/>
        </dgm:presLayoutVars>
      </dgm:prSet>
      <dgm:spPr/>
    </dgm:pt>
    <dgm:pt modelId="{626D02CE-109B-A74C-852A-B31EB226E2C0}" type="pres">
      <dgm:prSet presAssocID="{5C548B60-7CE4-4F53-919A-21C075E5E467}" presName="descendantText" presStyleLbl="alignNode1" presStyleIdx="2" presStyleCnt="3">
        <dgm:presLayoutVars>
          <dgm:bulletEnabled/>
        </dgm:presLayoutVars>
      </dgm:prSet>
      <dgm:spPr/>
    </dgm:pt>
  </dgm:ptLst>
  <dgm:cxnLst>
    <dgm:cxn modelId="{AE55C824-7F59-4E6C-BAB9-239F859C0E92}" srcId="{5C548B60-7CE4-4F53-919A-21C075E5E467}" destId="{78058DD8-799F-4E91-937F-20E1343F4DE3}" srcOrd="0" destOrd="0" parTransId="{6DBD4E3E-316B-4079-A160-F82F11089C57}" sibTransId="{9A9F85CA-B8E8-47A9-B86C-1A07E1AD7088}"/>
    <dgm:cxn modelId="{8A04163D-2ACB-4908-90BB-A8D5B347A9F6}" srcId="{CF6931DC-66DC-4FFF-B870-7D7DD193E6F6}" destId="{5C548B60-7CE4-4F53-919A-21C075E5E467}" srcOrd="2" destOrd="0" parTransId="{3054F10E-4422-4BC0-B556-923ED43F506D}" sibTransId="{AAFB2682-3750-4912-A5DA-B733F3B75EC5}"/>
    <dgm:cxn modelId="{79777C4A-FFB9-4490-8B5C-4ABF49509EDB}" srcId="{2CB87346-1B8A-4407-AFBA-D27331C27A56}" destId="{AD02A6B8-17BB-4C78-93A6-5CCE2271B1A9}" srcOrd="0" destOrd="0" parTransId="{2C9C3008-6727-4BFF-B48B-EC26D14E77A7}" sibTransId="{A2D0BFA2-440F-42D7-8632-3D0188C366B4}"/>
    <dgm:cxn modelId="{B9345D54-7745-45BB-A033-C1D4A5577FFA}" srcId="{CF6931DC-66DC-4FFF-B870-7D7DD193E6F6}" destId="{086A97AC-F945-487A-A82A-2E70FF13A671}" srcOrd="1" destOrd="0" parTransId="{131C40CB-2292-44D2-8E82-DD1DF02570BB}" sibTransId="{CFDB47D8-485A-4C64-9BA1-F2E7433EA69C}"/>
    <dgm:cxn modelId="{12705A61-CE01-7A49-8267-53FF056A0378}" type="presOf" srcId="{086A97AC-F945-487A-A82A-2E70FF13A671}" destId="{21FE4615-994B-3E41-8708-9A75D218FC5E}" srcOrd="0" destOrd="0" presId="urn:microsoft.com/office/officeart/2016/7/layout/VerticalHollowActionList"/>
    <dgm:cxn modelId="{188AED61-7408-4AB3-A8BB-A32907BFDA66}" srcId="{CF6931DC-66DC-4FFF-B870-7D7DD193E6F6}" destId="{2CB87346-1B8A-4407-AFBA-D27331C27A56}" srcOrd="0" destOrd="0" parTransId="{0C59FB21-5551-4E91-BA78-36A9CEE35265}" sibTransId="{E291F1B9-E4F4-4DE8-B521-16B4D5C6C8EC}"/>
    <dgm:cxn modelId="{2072517E-313F-4A4B-8D0B-A9E0B4FA2876}" type="presOf" srcId="{AD02A6B8-17BB-4C78-93A6-5CCE2271B1A9}" destId="{5745BC39-BF67-084C-B642-423F2C1FA80A}" srcOrd="0" destOrd="0" presId="urn:microsoft.com/office/officeart/2016/7/layout/VerticalHollowActionList"/>
    <dgm:cxn modelId="{90214382-25BF-B149-86E4-20FC37DDAF80}" type="presOf" srcId="{A36D810B-475E-4C9A-B67E-568EC1193201}" destId="{D59BAB7E-B36E-C24D-A883-B4C56F3AB19E}" srcOrd="0" destOrd="0" presId="urn:microsoft.com/office/officeart/2016/7/layout/VerticalHollowActionList"/>
    <dgm:cxn modelId="{0396AD97-B7F8-D545-BF3A-72AAEE00A81F}" type="presOf" srcId="{2CB87346-1B8A-4407-AFBA-D27331C27A56}" destId="{3EA9BE57-2674-9A4E-97C8-A5455C81D6E1}" srcOrd="0" destOrd="0" presId="urn:microsoft.com/office/officeart/2016/7/layout/VerticalHollowActionList"/>
    <dgm:cxn modelId="{EED880B1-589C-E14D-83A5-3D68CD4AAFF9}" type="presOf" srcId="{5C548B60-7CE4-4F53-919A-21C075E5E467}" destId="{4674632A-3B5A-6246-BCB8-BF48029C59DC}" srcOrd="0" destOrd="0" presId="urn:microsoft.com/office/officeart/2016/7/layout/VerticalHollowActionList"/>
    <dgm:cxn modelId="{80A010DC-3D0D-4241-87CE-4817DE4692A2}" type="presOf" srcId="{CF6931DC-66DC-4FFF-B870-7D7DD193E6F6}" destId="{70F45F99-6545-F64D-B713-1B195C40BCAE}" srcOrd="0" destOrd="0" presId="urn:microsoft.com/office/officeart/2016/7/layout/VerticalHollowActionList"/>
    <dgm:cxn modelId="{66575FE6-4BDC-428A-9C20-F77DDF3343E7}" srcId="{086A97AC-F945-487A-A82A-2E70FF13A671}" destId="{A36D810B-475E-4C9A-B67E-568EC1193201}" srcOrd="0" destOrd="0" parTransId="{8FA6E3EC-1B4B-4B4B-918E-A6F420A911EE}" sibTransId="{7AD99BF0-07E9-44D8-A29C-436E96CCCECB}"/>
    <dgm:cxn modelId="{87BC25FC-DF4B-F041-8CEE-8C733397A389}" type="presOf" srcId="{78058DD8-799F-4E91-937F-20E1343F4DE3}" destId="{626D02CE-109B-A74C-852A-B31EB226E2C0}" srcOrd="0" destOrd="0" presId="urn:microsoft.com/office/officeart/2016/7/layout/VerticalHollowActionList"/>
    <dgm:cxn modelId="{58E36BE4-5568-B743-BBC4-5503CF674D3D}" type="presParOf" srcId="{70F45F99-6545-F64D-B713-1B195C40BCAE}" destId="{66CC6009-11B8-E84B-B2AF-EF38BD9F7BDD}" srcOrd="0" destOrd="0" presId="urn:microsoft.com/office/officeart/2016/7/layout/VerticalHollowActionList"/>
    <dgm:cxn modelId="{34A1BB64-F579-4C40-943A-CF4DF268F215}" type="presParOf" srcId="{66CC6009-11B8-E84B-B2AF-EF38BD9F7BDD}" destId="{3EA9BE57-2674-9A4E-97C8-A5455C81D6E1}" srcOrd="0" destOrd="0" presId="urn:microsoft.com/office/officeart/2016/7/layout/VerticalHollowActionList"/>
    <dgm:cxn modelId="{FD531162-4CD5-5540-8914-5A79B85D3214}" type="presParOf" srcId="{66CC6009-11B8-E84B-B2AF-EF38BD9F7BDD}" destId="{5745BC39-BF67-084C-B642-423F2C1FA80A}" srcOrd="1" destOrd="0" presId="urn:microsoft.com/office/officeart/2016/7/layout/VerticalHollowActionList"/>
    <dgm:cxn modelId="{62AEEA1F-C260-8F4B-BDFD-F12322E88DAB}" type="presParOf" srcId="{70F45F99-6545-F64D-B713-1B195C40BCAE}" destId="{48CE822A-9536-6C49-BF21-40085FD2C08D}" srcOrd="1" destOrd="0" presId="urn:microsoft.com/office/officeart/2016/7/layout/VerticalHollowActionList"/>
    <dgm:cxn modelId="{A1D542FE-157E-FC42-BC43-851197FDE7EA}" type="presParOf" srcId="{70F45F99-6545-F64D-B713-1B195C40BCAE}" destId="{6D2112D1-392D-2147-9B91-D0D58E66C9C9}" srcOrd="2" destOrd="0" presId="urn:microsoft.com/office/officeart/2016/7/layout/VerticalHollowActionList"/>
    <dgm:cxn modelId="{6E07F9D1-2E1F-7E42-83AE-5216B2850507}" type="presParOf" srcId="{6D2112D1-392D-2147-9B91-D0D58E66C9C9}" destId="{21FE4615-994B-3E41-8708-9A75D218FC5E}" srcOrd="0" destOrd="0" presId="urn:microsoft.com/office/officeart/2016/7/layout/VerticalHollowActionList"/>
    <dgm:cxn modelId="{A81AF8BD-7692-7F4B-9A90-D1A2CE94408D}" type="presParOf" srcId="{6D2112D1-392D-2147-9B91-D0D58E66C9C9}" destId="{D59BAB7E-B36E-C24D-A883-B4C56F3AB19E}" srcOrd="1" destOrd="0" presId="urn:microsoft.com/office/officeart/2016/7/layout/VerticalHollowActionList"/>
    <dgm:cxn modelId="{5C61E67D-2806-E64B-B4FF-8AF4E80EFBEA}" type="presParOf" srcId="{70F45F99-6545-F64D-B713-1B195C40BCAE}" destId="{49AF8516-6E50-AD46-8389-91CE9610C88D}" srcOrd="3" destOrd="0" presId="urn:microsoft.com/office/officeart/2016/7/layout/VerticalHollowActionList"/>
    <dgm:cxn modelId="{6DF04C82-E8A5-134C-BEC9-39E9B3A4CBFD}" type="presParOf" srcId="{70F45F99-6545-F64D-B713-1B195C40BCAE}" destId="{6A51CC3F-358A-9E4C-800D-4B506EA972C0}" srcOrd="4" destOrd="0" presId="urn:microsoft.com/office/officeart/2016/7/layout/VerticalHollowActionList"/>
    <dgm:cxn modelId="{770F8038-AEB6-7E49-A6EF-395DF8978753}" type="presParOf" srcId="{6A51CC3F-358A-9E4C-800D-4B506EA972C0}" destId="{4674632A-3B5A-6246-BCB8-BF48029C59DC}" srcOrd="0" destOrd="0" presId="urn:microsoft.com/office/officeart/2016/7/layout/VerticalHollowActionList"/>
    <dgm:cxn modelId="{8A49AEAE-D639-5C43-BFF1-4F35D43C9099}" type="presParOf" srcId="{6A51CC3F-358A-9E4C-800D-4B506EA972C0}" destId="{626D02CE-109B-A74C-852A-B31EB226E2C0}" srcOrd="1" destOrd="0" presId="urn:microsoft.com/office/officeart/2016/7/layout/VerticalHollowAc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D77B6F5A-F4FC-4BFF-8375-6D9A488ACF9C}" type="doc">
      <dgm:prSet loTypeId="urn:microsoft.com/office/officeart/2005/8/layout/list1" loCatId="list" qsTypeId="urn:microsoft.com/office/officeart/2005/8/quickstyle/simple1" qsCatId="simple" csTypeId="urn:microsoft.com/office/officeart/2005/8/colors/accent2_2" csCatId="accent2"/>
      <dgm:spPr/>
      <dgm:t>
        <a:bodyPr/>
        <a:lstStyle/>
        <a:p>
          <a:endParaRPr lang="en-US"/>
        </a:p>
      </dgm:t>
    </dgm:pt>
    <dgm:pt modelId="{0E412D5F-DE0D-4F90-B553-8F05FBA6D9FE}">
      <dgm:prSet/>
      <dgm:spPr/>
      <dgm:t>
        <a:bodyPr/>
        <a:lstStyle/>
        <a:p>
          <a:r>
            <a:rPr lang="en-US" b="1"/>
            <a:t>Exercise 1: Basic Variable Creation		</a:t>
          </a:r>
          <a:endParaRPr lang="en-US"/>
        </a:p>
      </dgm:t>
    </dgm:pt>
    <dgm:pt modelId="{DE9F7883-446A-4A6D-8867-50F75213E3F0}" type="parTrans" cxnId="{88F3316A-8BD4-42BF-A6B3-C11B2EFFB3E0}">
      <dgm:prSet/>
      <dgm:spPr/>
      <dgm:t>
        <a:bodyPr/>
        <a:lstStyle/>
        <a:p>
          <a:endParaRPr lang="en-US"/>
        </a:p>
      </dgm:t>
    </dgm:pt>
    <dgm:pt modelId="{FCEA0A37-E89A-4CF8-B346-5782949E7EE7}" type="sibTrans" cxnId="{88F3316A-8BD4-42BF-A6B3-C11B2EFFB3E0}">
      <dgm:prSet/>
      <dgm:spPr/>
      <dgm:t>
        <a:bodyPr/>
        <a:lstStyle/>
        <a:p>
          <a:endParaRPr lang="en-US"/>
        </a:p>
      </dgm:t>
    </dgm:pt>
    <dgm:pt modelId="{0168DE5B-692A-48DA-9DBF-4901F196356F}">
      <dgm:prSet/>
      <dgm:spPr/>
      <dgm:t>
        <a:bodyPr/>
        <a:lstStyle/>
        <a:p>
          <a:r>
            <a:rPr lang="en-US"/>
            <a:t>Create variables to store:</a:t>
          </a:r>
        </a:p>
      </dgm:t>
    </dgm:pt>
    <dgm:pt modelId="{EACE0F12-02F7-45A1-BE1A-7E898CA634B4}" type="parTrans" cxnId="{63F921D5-0DE2-4DD0-88AD-AF6777FC2213}">
      <dgm:prSet/>
      <dgm:spPr/>
      <dgm:t>
        <a:bodyPr/>
        <a:lstStyle/>
        <a:p>
          <a:endParaRPr lang="en-US"/>
        </a:p>
      </dgm:t>
    </dgm:pt>
    <dgm:pt modelId="{A7250697-BF90-45F0-A6EE-543AEFE6183B}" type="sibTrans" cxnId="{63F921D5-0DE2-4DD0-88AD-AF6777FC2213}">
      <dgm:prSet/>
      <dgm:spPr/>
      <dgm:t>
        <a:bodyPr/>
        <a:lstStyle/>
        <a:p>
          <a:endParaRPr lang="en-US"/>
        </a:p>
      </dgm:t>
    </dgm:pt>
    <dgm:pt modelId="{EBB81BB8-15C4-4F19-A1E6-C4DBB9C92791}">
      <dgm:prSet/>
      <dgm:spPr/>
      <dgm:t>
        <a:bodyPr/>
        <a:lstStyle/>
        <a:p>
          <a:r>
            <a:rPr lang="en-US" dirty="0"/>
            <a:t>Your favorite movie (string)</a:t>
          </a:r>
        </a:p>
      </dgm:t>
    </dgm:pt>
    <dgm:pt modelId="{3ECC6910-A9AA-4F1C-8FEA-D7C7DABAFEB5}" type="parTrans" cxnId="{2DB41C31-5932-4580-BAEB-023BC21F7E95}">
      <dgm:prSet/>
      <dgm:spPr/>
      <dgm:t>
        <a:bodyPr/>
        <a:lstStyle/>
        <a:p>
          <a:endParaRPr lang="en-US"/>
        </a:p>
      </dgm:t>
    </dgm:pt>
    <dgm:pt modelId="{AA4ED364-E259-43EE-9ED0-6A37488BFF72}" type="sibTrans" cxnId="{2DB41C31-5932-4580-BAEB-023BC21F7E95}">
      <dgm:prSet/>
      <dgm:spPr/>
      <dgm:t>
        <a:bodyPr/>
        <a:lstStyle/>
        <a:p>
          <a:endParaRPr lang="en-US"/>
        </a:p>
      </dgm:t>
    </dgm:pt>
    <dgm:pt modelId="{923C3144-1BB6-497C-9D09-B8756D54BED1}">
      <dgm:prSet/>
      <dgm:spPr/>
      <dgm:t>
        <a:bodyPr/>
        <a:lstStyle/>
        <a:p>
          <a:r>
            <a:rPr lang="en-US" dirty="0"/>
            <a:t>The year it was released (integer)</a:t>
          </a:r>
        </a:p>
      </dgm:t>
    </dgm:pt>
    <dgm:pt modelId="{D702D239-2D85-4A42-851F-273DAB5205A3}" type="parTrans" cxnId="{D1FC387F-620A-480D-8D34-4DCE7CACD517}">
      <dgm:prSet/>
      <dgm:spPr/>
      <dgm:t>
        <a:bodyPr/>
        <a:lstStyle/>
        <a:p>
          <a:endParaRPr lang="en-US"/>
        </a:p>
      </dgm:t>
    </dgm:pt>
    <dgm:pt modelId="{67BF4D96-B424-4C19-BB95-41161949715D}" type="sibTrans" cxnId="{D1FC387F-620A-480D-8D34-4DCE7CACD517}">
      <dgm:prSet/>
      <dgm:spPr/>
      <dgm:t>
        <a:bodyPr/>
        <a:lstStyle/>
        <a:p>
          <a:endParaRPr lang="en-US"/>
        </a:p>
      </dgm:t>
    </dgm:pt>
    <dgm:pt modelId="{24810E63-DDCB-4F28-8C02-F636CFEDE45F}">
      <dgm:prSet/>
      <dgm:spPr/>
      <dgm:t>
        <a:bodyPr/>
        <a:lstStyle/>
        <a:p>
          <a:r>
            <a:rPr lang="en-US" dirty="0"/>
            <a:t>Your rating out of 10 (float)</a:t>
          </a:r>
        </a:p>
      </dgm:t>
    </dgm:pt>
    <dgm:pt modelId="{4CC01B49-1A00-415F-960D-F022AFC04EE7}" type="parTrans" cxnId="{D984D2D7-9FEE-4081-B83D-A20FA4C26BAF}">
      <dgm:prSet/>
      <dgm:spPr/>
      <dgm:t>
        <a:bodyPr/>
        <a:lstStyle/>
        <a:p>
          <a:endParaRPr lang="en-US"/>
        </a:p>
      </dgm:t>
    </dgm:pt>
    <dgm:pt modelId="{B106EE56-21CD-413E-BB03-138D5651F847}" type="sibTrans" cxnId="{D984D2D7-9FEE-4081-B83D-A20FA4C26BAF}">
      <dgm:prSet/>
      <dgm:spPr/>
      <dgm:t>
        <a:bodyPr/>
        <a:lstStyle/>
        <a:p>
          <a:endParaRPr lang="en-US"/>
        </a:p>
      </dgm:t>
    </dgm:pt>
    <dgm:pt modelId="{2A0C2011-0CFD-48C4-B5E0-5C008EC96371}">
      <dgm:prSet/>
      <dgm:spPr/>
      <dgm:t>
        <a:bodyPr/>
        <a:lstStyle/>
        <a:p>
          <a:r>
            <a:rPr lang="en-US" dirty="0"/>
            <a:t>Whether you'd recommend it (</a:t>
          </a:r>
          <a:r>
            <a:rPr lang="en-US" dirty="0" err="1"/>
            <a:t>boolean</a:t>
          </a:r>
          <a:r>
            <a:rPr lang="en-US" dirty="0"/>
            <a:t>)</a:t>
          </a:r>
        </a:p>
      </dgm:t>
    </dgm:pt>
    <dgm:pt modelId="{F0885BA4-0FB3-45F3-90CD-8DE487C154CC}" type="parTrans" cxnId="{297A68C0-F683-404F-BC62-3F14F9E274AB}">
      <dgm:prSet/>
      <dgm:spPr/>
      <dgm:t>
        <a:bodyPr/>
        <a:lstStyle/>
        <a:p>
          <a:endParaRPr lang="en-US"/>
        </a:p>
      </dgm:t>
    </dgm:pt>
    <dgm:pt modelId="{62A2FF84-8D3E-4BFC-B7B2-F14D1CD9A034}" type="sibTrans" cxnId="{297A68C0-F683-404F-BC62-3F14F9E274AB}">
      <dgm:prSet/>
      <dgm:spPr/>
      <dgm:t>
        <a:bodyPr/>
        <a:lstStyle/>
        <a:p>
          <a:endParaRPr lang="en-US"/>
        </a:p>
      </dgm:t>
    </dgm:pt>
    <dgm:pt modelId="{6BD88F00-5A59-0943-B1FF-3C5822747BA9}" type="pres">
      <dgm:prSet presAssocID="{D77B6F5A-F4FC-4BFF-8375-6D9A488ACF9C}" presName="linear" presStyleCnt="0">
        <dgm:presLayoutVars>
          <dgm:dir/>
          <dgm:animLvl val="lvl"/>
          <dgm:resizeHandles val="exact"/>
        </dgm:presLayoutVars>
      </dgm:prSet>
      <dgm:spPr/>
    </dgm:pt>
    <dgm:pt modelId="{0C4C0762-7F79-2740-ABE8-3ECC9F4CDF8C}" type="pres">
      <dgm:prSet presAssocID="{0E412D5F-DE0D-4F90-B553-8F05FBA6D9FE}" presName="parentLin" presStyleCnt="0"/>
      <dgm:spPr/>
    </dgm:pt>
    <dgm:pt modelId="{280950EA-CEF8-F241-9C4F-32977FA15B7C}" type="pres">
      <dgm:prSet presAssocID="{0E412D5F-DE0D-4F90-B553-8F05FBA6D9FE}" presName="parentLeftMargin" presStyleLbl="node1" presStyleIdx="0" presStyleCnt="2"/>
      <dgm:spPr/>
    </dgm:pt>
    <dgm:pt modelId="{4925336B-B231-B14D-BD15-6BAA55E64CE8}" type="pres">
      <dgm:prSet presAssocID="{0E412D5F-DE0D-4F90-B553-8F05FBA6D9FE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AEC7A647-64ED-9341-A753-A75E4431CBC8}" type="pres">
      <dgm:prSet presAssocID="{0E412D5F-DE0D-4F90-B553-8F05FBA6D9FE}" presName="negativeSpace" presStyleCnt="0"/>
      <dgm:spPr/>
    </dgm:pt>
    <dgm:pt modelId="{8E3AA583-EE19-F746-8FD4-CBACFCA0DFD0}" type="pres">
      <dgm:prSet presAssocID="{0E412D5F-DE0D-4F90-B553-8F05FBA6D9FE}" presName="childText" presStyleLbl="conFgAcc1" presStyleIdx="0" presStyleCnt="2">
        <dgm:presLayoutVars>
          <dgm:bulletEnabled val="1"/>
        </dgm:presLayoutVars>
      </dgm:prSet>
      <dgm:spPr/>
    </dgm:pt>
    <dgm:pt modelId="{2F287052-B703-1D4B-925D-75DFE5C7BDAB}" type="pres">
      <dgm:prSet presAssocID="{FCEA0A37-E89A-4CF8-B346-5782949E7EE7}" presName="spaceBetweenRectangles" presStyleCnt="0"/>
      <dgm:spPr/>
    </dgm:pt>
    <dgm:pt modelId="{01A00577-6CA2-9744-BF43-1B53CDDDF8F2}" type="pres">
      <dgm:prSet presAssocID="{0168DE5B-692A-48DA-9DBF-4901F196356F}" presName="parentLin" presStyleCnt="0"/>
      <dgm:spPr/>
    </dgm:pt>
    <dgm:pt modelId="{2B27EAFF-2FC7-E74F-8744-EE92DF54A8D4}" type="pres">
      <dgm:prSet presAssocID="{0168DE5B-692A-48DA-9DBF-4901F196356F}" presName="parentLeftMargin" presStyleLbl="node1" presStyleIdx="0" presStyleCnt="2"/>
      <dgm:spPr/>
    </dgm:pt>
    <dgm:pt modelId="{69B70C0C-079E-8D49-8A90-213B46377821}" type="pres">
      <dgm:prSet presAssocID="{0168DE5B-692A-48DA-9DBF-4901F196356F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064F03D9-FE64-C54B-B31F-3DF11558A36E}" type="pres">
      <dgm:prSet presAssocID="{0168DE5B-692A-48DA-9DBF-4901F196356F}" presName="negativeSpace" presStyleCnt="0"/>
      <dgm:spPr/>
    </dgm:pt>
    <dgm:pt modelId="{9030662A-F0DD-5146-8DEB-3C4677D72E87}" type="pres">
      <dgm:prSet presAssocID="{0168DE5B-692A-48DA-9DBF-4901F196356F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6CA61A07-D313-4E42-8288-EB0CE7D98E7B}" type="presOf" srcId="{24810E63-DDCB-4F28-8C02-F636CFEDE45F}" destId="{9030662A-F0DD-5146-8DEB-3C4677D72E87}" srcOrd="0" destOrd="2" presId="urn:microsoft.com/office/officeart/2005/8/layout/list1"/>
    <dgm:cxn modelId="{2DB41C31-5932-4580-BAEB-023BC21F7E95}" srcId="{0168DE5B-692A-48DA-9DBF-4901F196356F}" destId="{EBB81BB8-15C4-4F19-A1E6-C4DBB9C92791}" srcOrd="0" destOrd="0" parTransId="{3ECC6910-A9AA-4F1C-8FEA-D7C7DABAFEB5}" sibTransId="{AA4ED364-E259-43EE-9ED0-6A37488BFF72}"/>
    <dgm:cxn modelId="{D8C0353D-755B-524B-8A16-27CE29A515BE}" type="presOf" srcId="{0168DE5B-692A-48DA-9DBF-4901F196356F}" destId="{69B70C0C-079E-8D49-8A90-213B46377821}" srcOrd="1" destOrd="0" presId="urn:microsoft.com/office/officeart/2005/8/layout/list1"/>
    <dgm:cxn modelId="{36543955-D50B-0048-AE3B-C959F98B1A6E}" type="presOf" srcId="{0E412D5F-DE0D-4F90-B553-8F05FBA6D9FE}" destId="{280950EA-CEF8-F241-9C4F-32977FA15B7C}" srcOrd="0" destOrd="0" presId="urn:microsoft.com/office/officeart/2005/8/layout/list1"/>
    <dgm:cxn modelId="{88F3316A-8BD4-42BF-A6B3-C11B2EFFB3E0}" srcId="{D77B6F5A-F4FC-4BFF-8375-6D9A488ACF9C}" destId="{0E412D5F-DE0D-4F90-B553-8F05FBA6D9FE}" srcOrd="0" destOrd="0" parTransId="{DE9F7883-446A-4A6D-8867-50F75213E3F0}" sibTransId="{FCEA0A37-E89A-4CF8-B346-5782949E7EE7}"/>
    <dgm:cxn modelId="{9D5E4072-D1AB-AB4B-86CC-5E852D7521CE}" type="presOf" srcId="{0168DE5B-692A-48DA-9DBF-4901F196356F}" destId="{2B27EAFF-2FC7-E74F-8744-EE92DF54A8D4}" srcOrd="0" destOrd="0" presId="urn:microsoft.com/office/officeart/2005/8/layout/list1"/>
    <dgm:cxn modelId="{05806374-3886-C740-A51C-134A977D5A6B}" type="presOf" srcId="{D77B6F5A-F4FC-4BFF-8375-6D9A488ACF9C}" destId="{6BD88F00-5A59-0943-B1FF-3C5822747BA9}" srcOrd="0" destOrd="0" presId="urn:microsoft.com/office/officeart/2005/8/layout/list1"/>
    <dgm:cxn modelId="{D1FC387F-620A-480D-8D34-4DCE7CACD517}" srcId="{0168DE5B-692A-48DA-9DBF-4901F196356F}" destId="{923C3144-1BB6-497C-9D09-B8756D54BED1}" srcOrd="1" destOrd="0" parTransId="{D702D239-2D85-4A42-851F-273DAB5205A3}" sibTransId="{67BF4D96-B424-4C19-BB95-41161949715D}"/>
    <dgm:cxn modelId="{C42E638F-4C26-5D40-AA04-AB517A33F3F6}" type="presOf" srcId="{923C3144-1BB6-497C-9D09-B8756D54BED1}" destId="{9030662A-F0DD-5146-8DEB-3C4677D72E87}" srcOrd="0" destOrd="1" presId="urn:microsoft.com/office/officeart/2005/8/layout/list1"/>
    <dgm:cxn modelId="{5E14F3A7-7435-984A-9ABD-0913CD926350}" type="presOf" srcId="{2A0C2011-0CFD-48C4-B5E0-5C008EC96371}" destId="{9030662A-F0DD-5146-8DEB-3C4677D72E87}" srcOrd="0" destOrd="3" presId="urn:microsoft.com/office/officeart/2005/8/layout/list1"/>
    <dgm:cxn modelId="{E77F2BAE-F5F6-6A4D-9614-8D387F5FF17F}" type="presOf" srcId="{0E412D5F-DE0D-4F90-B553-8F05FBA6D9FE}" destId="{4925336B-B231-B14D-BD15-6BAA55E64CE8}" srcOrd="1" destOrd="0" presId="urn:microsoft.com/office/officeart/2005/8/layout/list1"/>
    <dgm:cxn modelId="{297A68C0-F683-404F-BC62-3F14F9E274AB}" srcId="{0168DE5B-692A-48DA-9DBF-4901F196356F}" destId="{2A0C2011-0CFD-48C4-B5E0-5C008EC96371}" srcOrd="3" destOrd="0" parTransId="{F0885BA4-0FB3-45F3-90CD-8DE487C154CC}" sibTransId="{62A2FF84-8D3E-4BFC-B7B2-F14D1CD9A034}"/>
    <dgm:cxn modelId="{9E936BD3-F054-8B4C-AF0F-49567EBC08A9}" type="presOf" srcId="{EBB81BB8-15C4-4F19-A1E6-C4DBB9C92791}" destId="{9030662A-F0DD-5146-8DEB-3C4677D72E87}" srcOrd="0" destOrd="0" presId="urn:microsoft.com/office/officeart/2005/8/layout/list1"/>
    <dgm:cxn modelId="{63F921D5-0DE2-4DD0-88AD-AF6777FC2213}" srcId="{D77B6F5A-F4FC-4BFF-8375-6D9A488ACF9C}" destId="{0168DE5B-692A-48DA-9DBF-4901F196356F}" srcOrd="1" destOrd="0" parTransId="{EACE0F12-02F7-45A1-BE1A-7E898CA634B4}" sibTransId="{A7250697-BF90-45F0-A6EE-543AEFE6183B}"/>
    <dgm:cxn modelId="{D984D2D7-9FEE-4081-B83D-A20FA4C26BAF}" srcId="{0168DE5B-692A-48DA-9DBF-4901F196356F}" destId="{24810E63-DDCB-4F28-8C02-F636CFEDE45F}" srcOrd="2" destOrd="0" parTransId="{4CC01B49-1A00-415F-960D-F022AFC04EE7}" sibTransId="{B106EE56-21CD-413E-BB03-138D5651F847}"/>
    <dgm:cxn modelId="{191777C3-5572-D54E-8999-1AD0DB7CC18E}" type="presParOf" srcId="{6BD88F00-5A59-0943-B1FF-3C5822747BA9}" destId="{0C4C0762-7F79-2740-ABE8-3ECC9F4CDF8C}" srcOrd="0" destOrd="0" presId="urn:microsoft.com/office/officeart/2005/8/layout/list1"/>
    <dgm:cxn modelId="{4255EE6E-A8CD-9945-A496-42FFD3952678}" type="presParOf" srcId="{0C4C0762-7F79-2740-ABE8-3ECC9F4CDF8C}" destId="{280950EA-CEF8-F241-9C4F-32977FA15B7C}" srcOrd="0" destOrd="0" presId="urn:microsoft.com/office/officeart/2005/8/layout/list1"/>
    <dgm:cxn modelId="{D72FAAC9-D058-6742-823E-834FFBA4F333}" type="presParOf" srcId="{0C4C0762-7F79-2740-ABE8-3ECC9F4CDF8C}" destId="{4925336B-B231-B14D-BD15-6BAA55E64CE8}" srcOrd="1" destOrd="0" presId="urn:microsoft.com/office/officeart/2005/8/layout/list1"/>
    <dgm:cxn modelId="{F4B3D204-454D-4843-BF20-3B672E17DB19}" type="presParOf" srcId="{6BD88F00-5A59-0943-B1FF-3C5822747BA9}" destId="{AEC7A647-64ED-9341-A753-A75E4431CBC8}" srcOrd="1" destOrd="0" presId="urn:microsoft.com/office/officeart/2005/8/layout/list1"/>
    <dgm:cxn modelId="{871CFA5F-86AD-E740-8FD1-ABCDDC0BAE5B}" type="presParOf" srcId="{6BD88F00-5A59-0943-B1FF-3C5822747BA9}" destId="{8E3AA583-EE19-F746-8FD4-CBACFCA0DFD0}" srcOrd="2" destOrd="0" presId="urn:microsoft.com/office/officeart/2005/8/layout/list1"/>
    <dgm:cxn modelId="{E82D0654-8C8C-854A-ABAC-FA6D145B2043}" type="presParOf" srcId="{6BD88F00-5A59-0943-B1FF-3C5822747BA9}" destId="{2F287052-B703-1D4B-925D-75DFE5C7BDAB}" srcOrd="3" destOrd="0" presId="urn:microsoft.com/office/officeart/2005/8/layout/list1"/>
    <dgm:cxn modelId="{DB1E8214-6964-C24A-B6B6-224D2208C808}" type="presParOf" srcId="{6BD88F00-5A59-0943-B1FF-3C5822747BA9}" destId="{01A00577-6CA2-9744-BF43-1B53CDDDF8F2}" srcOrd="4" destOrd="0" presId="urn:microsoft.com/office/officeart/2005/8/layout/list1"/>
    <dgm:cxn modelId="{AD9106F7-EA5F-1340-A9F0-F559B3350B45}" type="presParOf" srcId="{01A00577-6CA2-9744-BF43-1B53CDDDF8F2}" destId="{2B27EAFF-2FC7-E74F-8744-EE92DF54A8D4}" srcOrd="0" destOrd="0" presId="urn:microsoft.com/office/officeart/2005/8/layout/list1"/>
    <dgm:cxn modelId="{375D7FA3-79D0-5F49-A70C-57574A5A0C71}" type="presParOf" srcId="{01A00577-6CA2-9744-BF43-1B53CDDDF8F2}" destId="{69B70C0C-079E-8D49-8A90-213B46377821}" srcOrd="1" destOrd="0" presId="urn:microsoft.com/office/officeart/2005/8/layout/list1"/>
    <dgm:cxn modelId="{4F38E5FB-848D-9349-BB1C-E68EC2D9D26C}" type="presParOf" srcId="{6BD88F00-5A59-0943-B1FF-3C5822747BA9}" destId="{064F03D9-FE64-C54B-B31F-3DF11558A36E}" srcOrd="5" destOrd="0" presId="urn:microsoft.com/office/officeart/2005/8/layout/list1"/>
    <dgm:cxn modelId="{674640DA-4FEE-F14D-8D92-B22FBAEC48E3}" type="presParOf" srcId="{6BD88F00-5A59-0943-B1FF-3C5822747BA9}" destId="{9030662A-F0DD-5146-8DEB-3C4677D72E87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2799F6FF-C4FB-41BC-A8A9-E11F36AD4532}" type="doc">
      <dgm:prSet loTypeId="urn:microsoft.com/office/officeart/2005/8/layout/list1" loCatId="list" qsTypeId="urn:microsoft.com/office/officeart/2005/8/quickstyle/simple1" qsCatId="simple" csTypeId="urn:microsoft.com/office/officeart/2005/8/colors/accent2_2" csCatId="accent2"/>
      <dgm:spPr/>
      <dgm:t>
        <a:bodyPr/>
        <a:lstStyle/>
        <a:p>
          <a:endParaRPr lang="en-US"/>
        </a:p>
      </dgm:t>
    </dgm:pt>
    <dgm:pt modelId="{CEF1119A-059A-4FA9-817C-14DBAC00CC7F}">
      <dgm:prSet/>
      <dgm:spPr/>
      <dgm:t>
        <a:bodyPr/>
        <a:lstStyle/>
        <a:p>
          <a:r>
            <a:rPr lang="en-US" b="1"/>
            <a:t>Exercise 2: User Information</a:t>
          </a:r>
          <a:endParaRPr lang="en-US"/>
        </a:p>
      </dgm:t>
    </dgm:pt>
    <dgm:pt modelId="{277C59AD-79DD-427F-A48C-1810C2791389}" type="parTrans" cxnId="{67D24FB6-B7D9-49DB-BF07-61472C6BC5FC}">
      <dgm:prSet/>
      <dgm:spPr/>
      <dgm:t>
        <a:bodyPr/>
        <a:lstStyle/>
        <a:p>
          <a:endParaRPr lang="en-US"/>
        </a:p>
      </dgm:t>
    </dgm:pt>
    <dgm:pt modelId="{29A39688-8A88-4855-A7D9-811A2F8C8C1F}" type="sibTrans" cxnId="{67D24FB6-B7D9-49DB-BF07-61472C6BC5FC}">
      <dgm:prSet/>
      <dgm:spPr/>
      <dgm:t>
        <a:bodyPr/>
        <a:lstStyle/>
        <a:p>
          <a:endParaRPr lang="en-US"/>
        </a:p>
      </dgm:t>
    </dgm:pt>
    <dgm:pt modelId="{0C5E8F3C-3234-414C-80EE-264BCE68122A}">
      <dgm:prSet/>
      <dgm:spPr/>
      <dgm:t>
        <a:bodyPr/>
        <a:lstStyle/>
        <a:p>
          <a:r>
            <a:rPr lang="en-US"/>
            <a:t>Write a program that:</a:t>
          </a:r>
        </a:p>
      </dgm:t>
    </dgm:pt>
    <dgm:pt modelId="{948C976F-0B3E-4633-8335-B73C4B8A8C44}" type="parTrans" cxnId="{05EAFD94-9704-4790-BF66-08733713E26A}">
      <dgm:prSet/>
      <dgm:spPr/>
      <dgm:t>
        <a:bodyPr/>
        <a:lstStyle/>
        <a:p>
          <a:endParaRPr lang="en-US"/>
        </a:p>
      </dgm:t>
    </dgm:pt>
    <dgm:pt modelId="{B010F6A3-D444-4828-AE58-DBF4D2B77D64}" type="sibTrans" cxnId="{05EAFD94-9704-4790-BF66-08733713E26A}">
      <dgm:prSet/>
      <dgm:spPr/>
      <dgm:t>
        <a:bodyPr/>
        <a:lstStyle/>
        <a:p>
          <a:endParaRPr lang="en-US"/>
        </a:p>
      </dgm:t>
    </dgm:pt>
    <dgm:pt modelId="{977E09DD-1B30-4C5C-8EFF-05C0A13A30B3}">
      <dgm:prSet/>
      <dgm:spPr/>
      <dgm:t>
        <a:bodyPr/>
        <a:lstStyle/>
        <a:p>
          <a:r>
            <a:rPr lang="en-US"/>
            <a:t>Asks the user for their name, age, and favorite color</a:t>
          </a:r>
        </a:p>
      </dgm:t>
    </dgm:pt>
    <dgm:pt modelId="{CDF566D4-39B2-4F6E-BDD8-C6D543EFC78F}" type="parTrans" cxnId="{763DBB01-67FA-42CE-92C0-4F4315975FF0}">
      <dgm:prSet/>
      <dgm:spPr/>
      <dgm:t>
        <a:bodyPr/>
        <a:lstStyle/>
        <a:p>
          <a:endParaRPr lang="en-US"/>
        </a:p>
      </dgm:t>
    </dgm:pt>
    <dgm:pt modelId="{480D240F-C8C7-4485-A229-B8D19F9D2AB0}" type="sibTrans" cxnId="{763DBB01-67FA-42CE-92C0-4F4315975FF0}">
      <dgm:prSet/>
      <dgm:spPr/>
      <dgm:t>
        <a:bodyPr/>
        <a:lstStyle/>
        <a:p>
          <a:endParaRPr lang="en-US"/>
        </a:p>
      </dgm:t>
    </dgm:pt>
    <dgm:pt modelId="{2434DED4-1DDB-468B-827D-BE6B8433D264}">
      <dgm:prSet/>
      <dgm:spPr/>
      <dgm:t>
        <a:bodyPr/>
        <a:lstStyle/>
        <a:p>
          <a:r>
            <a:rPr lang="en-US" dirty="0"/>
            <a:t>Stores these in appropriately named variables</a:t>
          </a:r>
        </a:p>
      </dgm:t>
    </dgm:pt>
    <dgm:pt modelId="{141078A7-9D03-4445-BC7B-CDD7CFD14351}" type="parTrans" cxnId="{2FF58D35-C330-4AA9-A2D9-8B7A2924D3E3}">
      <dgm:prSet/>
      <dgm:spPr/>
      <dgm:t>
        <a:bodyPr/>
        <a:lstStyle/>
        <a:p>
          <a:endParaRPr lang="en-US"/>
        </a:p>
      </dgm:t>
    </dgm:pt>
    <dgm:pt modelId="{CA60CB3B-8146-45A2-9F35-1A9E371880A2}" type="sibTrans" cxnId="{2FF58D35-C330-4AA9-A2D9-8B7A2924D3E3}">
      <dgm:prSet/>
      <dgm:spPr/>
      <dgm:t>
        <a:bodyPr/>
        <a:lstStyle/>
        <a:p>
          <a:endParaRPr lang="en-US"/>
        </a:p>
      </dgm:t>
    </dgm:pt>
    <dgm:pt modelId="{30D14273-FDCE-4E1D-8842-CAF012DE6631}">
      <dgm:prSet/>
      <dgm:spPr/>
      <dgm:t>
        <a:bodyPr/>
        <a:lstStyle/>
        <a:p>
          <a:r>
            <a:rPr lang="en-US"/>
            <a:t>Prints a personalized message using all three pieces of information</a:t>
          </a:r>
        </a:p>
      </dgm:t>
    </dgm:pt>
    <dgm:pt modelId="{09360FEC-E74C-4338-ACFE-5CCC90F06F2B}" type="parTrans" cxnId="{1A57E4F4-6AFC-4F1D-BA97-508B764B8A14}">
      <dgm:prSet/>
      <dgm:spPr/>
      <dgm:t>
        <a:bodyPr/>
        <a:lstStyle/>
        <a:p>
          <a:endParaRPr lang="en-US"/>
        </a:p>
      </dgm:t>
    </dgm:pt>
    <dgm:pt modelId="{F07F74BF-E8DB-48E7-B130-E1D4E4E185E6}" type="sibTrans" cxnId="{1A57E4F4-6AFC-4F1D-BA97-508B764B8A14}">
      <dgm:prSet/>
      <dgm:spPr/>
      <dgm:t>
        <a:bodyPr/>
        <a:lstStyle/>
        <a:p>
          <a:endParaRPr lang="en-US"/>
        </a:p>
      </dgm:t>
    </dgm:pt>
    <dgm:pt modelId="{D00D82EA-4225-BC41-8FC3-EB22ABBF5A50}" type="pres">
      <dgm:prSet presAssocID="{2799F6FF-C4FB-41BC-A8A9-E11F36AD4532}" presName="linear" presStyleCnt="0">
        <dgm:presLayoutVars>
          <dgm:dir/>
          <dgm:animLvl val="lvl"/>
          <dgm:resizeHandles val="exact"/>
        </dgm:presLayoutVars>
      </dgm:prSet>
      <dgm:spPr/>
    </dgm:pt>
    <dgm:pt modelId="{09D97A7D-D635-064E-9458-AB97843A7665}" type="pres">
      <dgm:prSet presAssocID="{CEF1119A-059A-4FA9-817C-14DBAC00CC7F}" presName="parentLin" presStyleCnt="0"/>
      <dgm:spPr/>
    </dgm:pt>
    <dgm:pt modelId="{9355F96C-AF7B-304B-A7F0-AEF831FC9B78}" type="pres">
      <dgm:prSet presAssocID="{CEF1119A-059A-4FA9-817C-14DBAC00CC7F}" presName="parentLeftMargin" presStyleLbl="node1" presStyleIdx="0" presStyleCnt="2"/>
      <dgm:spPr/>
    </dgm:pt>
    <dgm:pt modelId="{27CAF1B6-F8DA-834B-A32A-44B67ACE6261}" type="pres">
      <dgm:prSet presAssocID="{CEF1119A-059A-4FA9-817C-14DBAC00CC7F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75D5860C-4DB3-6B43-B5ED-23E3F1240566}" type="pres">
      <dgm:prSet presAssocID="{CEF1119A-059A-4FA9-817C-14DBAC00CC7F}" presName="negativeSpace" presStyleCnt="0"/>
      <dgm:spPr/>
    </dgm:pt>
    <dgm:pt modelId="{6C1FDA3E-653D-E649-82D3-1F5BCF157967}" type="pres">
      <dgm:prSet presAssocID="{CEF1119A-059A-4FA9-817C-14DBAC00CC7F}" presName="childText" presStyleLbl="conFgAcc1" presStyleIdx="0" presStyleCnt="2">
        <dgm:presLayoutVars>
          <dgm:bulletEnabled val="1"/>
        </dgm:presLayoutVars>
      </dgm:prSet>
      <dgm:spPr/>
    </dgm:pt>
    <dgm:pt modelId="{8A5ECDEE-110D-EE45-92F7-168BD4A95F13}" type="pres">
      <dgm:prSet presAssocID="{29A39688-8A88-4855-A7D9-811A2F8C8C1F}" presName="spaceBetweenRectangles" presStyleCnt="0"/>
      <dgm:spPr/>
    </dgm:pt>
    <dgm:pt modelId="{AE8F46E2-A59B-6442-A835-7D80DC1728CC}" type="pres">
      <dgm:prSet presAssocID="{0C5E8F3C-3234-414C-80EE-264BCE68122A}" presName="parentLin" presStyleCnt="0"/>
      <dgm:spPr/>
    </dgm:pt>
    <dgm:pt modelId="{A16295B5-7CFA-6A49-87C1-78AF6C88BABB}" type="pres">
      <dgm:prSet presAssocID="{0C5E8F3C-3234-414C-80EE-264BCE68122A}" presName="parentLeftMargin" presStyleLbl="node1" presStyleIdx="0" presStyleCnt="2"/>
      <dgm:spPr/>
    </dgm:pt>
    <dgm:pt modelId="{558FAE1B-3AC3-FE4E-A837-CCA037314A8C}" type="pres">
      <dgm:prSet presAssocID="{0C5E8F3C-3234-414C-80EE-264BCE68122A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43AF64FB-67D0-C746-AE1F-8D303CA96EAC}" type="pres">
      <dgm:prSet presAssocID="{0C5E8F3C-3234-414C-80EE-264BCE68122A}" presName="negativeSpace" presStyleCnt="0"/>
      <dgm:spPr/>
    </dgm:pt>
    <dgm:pt modelId="{5DA5DC24-CABC-304A-896A-AD603C7EB717}" type="pres">
      <dgm:prSet presAssocID="{0C5E8F3C-3234-414C-80EE-264BCE68122A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85970600-B284-3245-90DA-15D8FF92D9E0}" type="presOf" srcId="{CEF1119A-059A-4FA9-817C-14DBAC00CC7F}" destId="{27CAF1B6-F8DA-834B-A32A-44B67ACE6261}" srcOrd="1" destOrd="0" presId="urn:microsoft.com/office/officeart/2005/8/layout/list1"/>
    <dgm:cxn modelId="{763DBB01-67FA-42CE-92C0-4F4315975FF0}" srcId="{0C5E8F3C-3234-414C-80EE-264BCE68122A}" destId="{977E09DD-1B30-4C5C-8EFF-05C0A13A30B3}" srcOrd="0" destOrd="0" parTransId="{CDF566D4-39B2-4F6E-BDD8-C6D543EFC78F}" sibTransId="{480D240F-C8C7-4485-A229-B8D19F9D2AB0}"/>
    <dgm:cxn modelId="{58168E2C-AF7D-F642-AB35-594D1499E150}" type="presOf" srcId="{977E09DD-1B30-4C5C-8EFF-05C0A13A30B3}" destId="{5DA5DC24-CABC-304A-896A-AD603C7EB717}" srcOrd="0" destOrd="0" presId="urn:microsoft.com/office/officeart/2005/8/layout/list1"/>
    <dgm:cxn modelId="{2FF58D35-C330-4AA9-A2D9-8B7A2924D3E3}" srcId="{0C5E8F3C-3234-414C-80EE-264BCE68122A}" destId="{2434DED4-1DDB-468B-827D-BE6B8433D264}" srcOrd="1" destOrd="0" parTransId="{141078A7-9D03-4445-BC7B-CDD7CFD14351}" sibTransId="{CA60CB3B-8146-45A2-9F35-1A9E371880A2}"/>
    <dgm:cxn modelId="{C089504E-6EDD-EE40-B807-89A704826594}" type="presOf" srcId="{2799F6FF-C4FB-41BC-A8A9-E11F36AD4532}" destId="{D00D82EA-4225-BC41-8FC3-EB22ABBF5A50}" srcOrd="0" destOrd="0" presId="urn:microsoft.com/office/officeart/2005/8/layout/list1"/>
    <dgm:cxn modelId="{E1568D59-5B7D-8343-BB48-D1EA8B8ECE37}" type="presOf" srcId="{0C5E8F3C-3234-414C-80EE-264BCE68122A}" destId="{A16295B5-7CFA-6A49-87C1-78AF6C88BABB}" srcOrd="0" destOrd="0" presId="urn:microsoft.com/office/officeart/2005/8/layout/list1"/>
    <dgm:cxn modelId="{981D9660-8F78-8B45-B9BB-DF0076AF5CC7}" type="presOf" srcId="{0C5E8F3C-3234-414C-80EE-264BCE68122A}" destId="{558FAE1B-3AC3-FE4E-A837-CCA037314A8C}" srcOrd="1" destOrd="0" presId="urn:microsoft.com/office/officeart/2005/8/layout/list1"/>
    <dgm:cxn modelId="{ACDC2B76-4DA1-AA4E-A14B-EDB1FBD0E7C1}" type="presOf" srcId="{2434DED4-1DDB-468B-827D-BE6B8433D264}" destId="{5DA5DC24-CABC-304A-896A-AD603C7EB717}" srcOrd="0" destOrd="1" presId="urn:microsoft.com/office/officeart/2005/8/layout/list1"/>
    <dgm:cxn modelId="{55701F89-42C5-BF4F-92B4-C6179BE3E12C}" type="presOf" srcId="{30D14273-FDCE-4E1D-8842-CAF012DE6631}" destId="{5DA5DC24-CABC-304A-896A-AD603C7EB717}" srcOrd="0" destOrd="2" presId="urn:microsoft.com/office/officeart/2005/8/layout/list1"/>
    <dgm:cxn modelId="{05EAFD94-9704-4790-BF66-08733713E26A}" srcId="{2799F6FF-C4FB-41BC-A8A9-E11F36AD4532}" destId="{0C5E8F3C-3234-414C-80EE-264BCE68122A}" srcOrd="1" destOrd="0" parTransId="{948C976F-0B3E-4633-8335-B73C4B8A8C44}" sibTransId="{B010F6A3-D444-4828-AE58-DBF4D2B77D64}"/>
    <dgm:cxn modelId="{94300796-F372-A042-92DE-FD8C0BFB7ABA}" type="presOf" srcId="{CEF1119A-059A-4FA9-817C-14DBAC00CC7F}" destId="{9355F96C-AF7B-304B-A7F0-AEF831FC9B78}" srcOrd="0" destOrd="0" presId="urn:microsoft.com/office/officeart/2005/8/layout/list1"/>
    <dgm:cxn modelId="{67D24FB6-B7D9-49DB-BF07-61472C6BC5FC}" srcId="{2799F6FF-C4FB-41BC-A8A9-E11F36AD4532}" destId="{CEF1119A-059A-4FA9-817C-14DBAC00CC7F}" srcOrd="0" destOrd="0" parTransId="{277C59AD-79DD-427F-A48C-1810C2791389}" sibTransId="{29A39688-8A88-4855-A7D9-811A2F8C8C1F}"/>
    <dgm:cxn modelId="{1A57E4F4-6AFC-4F1D-BA97-508B764B8A14}" srcId="{0C5E8F3C-3234-414C-80EE-264BCE68122A}" destId="{30D14273-FDCE-4E1D-8842-CAF012DE6631}" srcOrd="2" destOrd="0" parTransId="{09360FEC-E74C-4338-ACFE-5CCC90F06F2B}" sibTransId="{F07F74BF-E8DB-48E7-B130-E1D4E4E185E6}"/>
    <dgm:cxn modelId="{72194A66-371E-EC46-B683-8EE661DEA42D}" type="presParOf" srcId="{D00D82EA-4225-BC41-8FC3-EB22ABBF5A50}" destId="{09D97A7D-D635-064E-9458-AB97843A7665}" srcOrd="0" destOrd="0" presId="urn:microsoft.com/office/officeart/2005/8/layout/list1"/>
    <dgm:cxn modelId="{985A21E5-C3EA-3544-B514-A59A53B692D0}" type="presParOf" srcId="{09D97A7D-D635-064E-9458-AB97843A7665}" destId="{9355F96C-AF7B-304B-A7F0-AEF831FC9B78}" srcOrd="0" destOrd="0" presId="urn:microsoft.com/office/officeart/2005/8/layout/list1"/>
    <dgm:cxn modelId="{DF713271-0A16-C648-92B8-5FB3F0E55709}" type="presParOf" srcId="{09D97A7D-D635-064E-9458-AB97843A7665}" destId="{27CAF1B6-F8DA-834B-A32A-44B67ACE6261}" srcOrd="1" destOrd="0" presId="urn:microsoft.com/office/officeart/2005/8/layout/list1"/>
    <dgm:cxn modelId="{2840D4CF-762F-CC4B-AF2D-852E8F82A87A}" type="presParOf" srcId="{D00D82EA-4225-BC41-8FC3-EB22ABBF5A50}" destId="{75D5860C-4DB3-6B43-B5ED-23E3F1240566}" srcOrd="1" destOrd="0" presId="urn:microsoft.com/office/officeart/2005/8/layout/list1"/>
    <dgm:cxn modelId="{42AA7A5F-D186-794B-A08A-6EC6441C4071}" type="presParOf" srcId="{D00D82EA-4225-BC41-8FC3-EB22ABBF5A50}" destId="{6C1FDA3E-653D-E649-82D3-1F5BCF157967}" srcOrd="2" destOrd="0" presId="urn:microsoft.com/office/officeart/2005/8/layout/list1"/>
    <dgm:cxn modelId="{C8B0254F-175F-3740-B6E0-29A2C880B4F7}" type="presParOf" srcId="{D00D82EA-4225-BC41-8FC3-EB22ABBF5A50}" destId="{8A5ECDEE-110D-EE45-92F7-168BD4A95F13}" srcOrd="3" destOrd="0" presId="urn:microsoft.com/office/officeart/2005/8/layout/list1"/>
    <dgm:cxn modelId="{BDB5EA87-7618-814C-844B-0D39126D5EB9}" type="presParOf" srcId="{D00D82EA-4225-BC41-8FC3-EB22ABBF5A50}" destId="{AE8F46E2-A59B-6442-A835-7D80DC1728CC}" srcOrd="4" destOrd="0" presId="urn:microsoft.com/office/officeart/2005/8/layout/list1"/>
    <dgm:cxn modelId="{E84384DB-6605-4A43-B327-20AE597D4D72}" type="presParOf" srcId="{AE8F46E2-A59B-6442-A835-7D80DC1728CC}" destId="{A16295B5-7CFA-6A49-87C1-78AF6C88BABB}" srcOrd="0" destOrd="0" presId="urn:microsoft.com/office/officeart/2005/8/layout/list1"/>
    <dgm:cxn modelId="{7B941748-4AE1-E040-BE15-D8AEB889A147}" type="presParOf" srcId="{AE8F46E2-A59B-6442-A835-7D80DC1728CC}" destId="{558FAE1B-3AC3-FE4E-A837-CCA037314A8C}" srcOrd="1" destOrd="0" presId="urn:microsoft.com/office/officeart/2005/8/layout/list1"/>
    <dgm:cxn modelId="{CC934659-A6A6-2B45-9234-9E5B7428B94C}" type="presParOf" srcId="{D00D82EA-4225-BC41-8FC3-EB22ABBF5A50}" destId="{43AF64FB-67D0-C746-AE1F-8D303CA96EAC}" srcOrd="5" destOrd="0" presId="urn:microsoft.com/office/officeart/2005/8/layout/list1"/>
    <dgm:cxn modelId="{2AFE1DF0-67B9-654A-9F0D-C3799E7FFA1C}" type="presParOf" srcId="{D00D82EA-4225-BC41-8FC3-EB22ABBF5A50}" destId="{5DA5DC24-CABC-304A-896A-AD603C7EB717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C781EFB2-E9B9-4CF7-8677-358567AD23EF}" type="doc">
      <dgm:prSet loTypeId="urn:microsoft.com/office/officeart/2005/8/layout/process4" loCatId="process" qsTypeId="urn:microsoft.com/office/officeart/2005/8/quickstyle/simple5" qsCatId="simple" csTypeId="urn:microsoft.com/office/officeart/2005/8/colors/accent6_2" csCatId="accent6" phldr="1"/>
      <dgm:spPr/>
      <dgm:t>
        <a:bodyPr/>
        <a:lstStyle/>
        <a:p>
          <a:endParaRPr lang="en-US"/>
        </a:p>
      </dgm:t>
    </dgm:pt>
    <dgm:pt modelId="{A525843F-1E23-43DC-99E2-F0EDB2DF2915}">
      <dgm:prSet/>
      <dgm:spPr/>
      <dgm:t>
        <a:bodyPr/>
        <a:lstStyle/>
        <a:p>
          <a:r>
            <a:rPr lang="en-US" b="1" dirty="0"/>
            <a:t>Exercise 3: Simple Calculator</a:t>
          </a:r>
          <a:endParaRPr lang="en-US" dirty="0"/>
        </a:p>
      </dgm:t>
    </dgm:pt>
    <dgm:pt modelId="{EA7CEFA2-5C3F-4126-9CEB-1911849E4057}" type="parTrans" cxnId="{0B46F1F5-9F99-4D47-9295-4D178F1CCEFD}">
      <dgm:prSet/>
      <dgm:spPr/>
      <dgm:t>
        <a:bodyPr/>
        <a:lstStyle/>
        <a:p>
          <a:endParaRPr lang="en-US"/>
        </a:p>
      </dgm:t>
    </dgm:pt>
    <dgm:pt modelId="{B0E88812-E498-4ABA-ABD0-AE0CC5242202}" type="sibTrans" cxnId="{0B46F1F5-9F99-4D47-9295-4D178F1CCEFD}">
      <dgm:prSet/>
      <dgm:spPr/>
      <dgm:t>
        <a:bodyPr/>
        <a:lstStyle/>
        <a:p>
          <a:endParaRPr lang="en-US"/>
        </a:p>
      </dgm:t>
    </dgm:pt>
    <dgm:pt modelId="{085138FA-19ED-4814-A802-289ADAEC75F8}">
      <dgm:prSet/>
      <dgm:spPr/>
      <dgm:t>
        <a:bodyPr/>
        <a:lstStyle/>
        <a:p>
          <a:r>
            <a:rPr lang="en-US"/>
            <a:t>Create variables for two numbers and:</a:t>
          </a:r>
        </a:p>
      </dgm:t>
    </dgm:pt>
    <dgm:pt modelId="{E429A153-1DEC-4219-A93A-27FB95A7310F}" type="parTrans" cxnId="{F4E268B8-E7D0-4E97-8EF4-FBC9264B4464}">
      <dgm:prSet/>
      <dgm:spPr/>
      <dgm:t>
        <a:bodyPr/>
        <a:lstStyle/>
        <a:p>
          <a:endParaRPr lang="en-US"/>
        </a:p>
      </dgm:t>
    </dgm:pt>
    <dgm:pt modelId="{82BC9A0C-894D-4C14-AE4B-1B359C215E53}" type="sibTrans" cxnId="{F4E268B8-E7D0-4E97-8EF4-FBC9264B4464}">
      <dgm:prSet/>
      <dgm:spPr/>
      <dgm:t>
        <a:bodyPr/>
        <a:lstStyle/>
        <a:p>
          <a:endParaRPr lang="en-US"/>
        </a:p>
      </dgm:t>
    </dgm:pt>
    <dgm:pt modelId="{9164C8DF-9798-4B86-BFBC-9E7099FC9C35}">
      <dgm:prSet/>
      <dgm:spPr/>
      <dgm:t>
        <a:bodyPr/>
        <a:lstStyle/>
        <a:p>
          <a:r>
            <a:rPr lang="en-US" dirty="0"/>
            <a:t>Calculate and store their sum, subtraction, multiplication, and division</a:t>
          </a:r>
        </a:p>
      </dgm:t>
    </dgm:pt>
    <dgm:pt modelId="{451EEFE8-66CF-4791-B4F2-D92E7AAE530B}" type="parTrans" cxnId="{EABE0677-C3B1-4A75-994E-20E4DF2F0143}">
      <dgm:prSet/>
      <dgm:spPr/>
      <dgm:t>
        <a:bodyPr/>
        <a:lstStyle/>
        <a:p>
          <a:endParaRPr lang="en-US"/>
        </a:p>
      </dgm:t>
    </dgm:pt>
    <dgm:pt modelId="{FCCC86B7-12C5-4127-A081-D2D3466FF051}" type="sibTrans" cxnId="{EABE0677-C3B1-4A75-994E-20E4DF2F0143}">
      <dgm:prSet/>
      <dgm:spPr/>
      <dgm:t>
        <a:bodyPr/>
        <a:lstStyle/>
        <a:p>
          <a:endParaRPr lang="en-US"/>
        </a:p>
      </dgm:t>
    </dgm:pt>
    <dgm:pt modelId="{8EBFD25D-1E6C-4466-A39C-2DE824D92F33}">
      <dgm:prSet/>
      <dgm:spPr/>
      <dgm:t>
        <a:bodyPr/>
        <a:lstStyle/>
        <a:p>
          <a:r>
            <a:rPr lang="en-US" dirty="0"/>
            <a:t>Display the results in a </a:t>
          </a:r>
          <a:r>
            <a:rPr lang="en-US" b="1" dirty="0"/>
            <a:t>formatted</a:t>
          </a:r>
          <a:r>
            <a:rPr lang="en-US" dirty="0"/>
            <a:t> way</a:t>
          </a:r>
        </a:p>
      </dgm:t>
    </dgm:pt>
    <dgm:pt modelId="{C918773E-116F-49C3-835A-393F7EB35D00}" type="parTrans" cxnId="{6E52A82B-E8C6-4774-BEAB-65B0E296E4FF}">
      <dgm:prSet/>
      <dgm:spPr/>
      <dgm:t>
        <a:bodyPr/>
        <a:lstStyle/>
        <a:p>
          <a:endParaRPr lang="en-US"/>
        </a:p>
      </dgm:t>
    </dgm:pt>
    <dgm:pt modelId="{D2AD20A7-98CC-42FE-A2E6-0BD65FB64FA0}" type="sibTrans" cxnId="{6E52A82B-E8C6-4774-BEAB-65B0E296E4FF}">
      <dgm:prSet/>
      <dgm:spPr/>
      <dgm:t>
        <a:bodyPr/>
        <a:lstStyle/>
        <a:p>
          <a:endParaRPr lang="en-US"/>
        </a:p>
      </dgm:t>
    </dgm:pt>
    <dgm:pt modelId="{56A1386B-72CB-464E-BCB2-38A97DB042F2}" type="pres">
      <dgm:prSet presAssocID="{C781EFB2-E9B9-4CF7-8677-358567AD23EF}" presName="Name0" presStyleCnt="0">
        <dgm:presLayoutVars>
          <dgm:dir/>
          <dgm:animLvl val="lvl"/>
          <dgm:resizeHandles val="exact"/>
        </dgm:presLayoutVars>
      </dgm:prSet>
      <dgm:spPr/>
    </dgm:pt>
    <dgm:pt modelId="{D2049FF3-E522-FE41-9AB3-08BDF0410588}" type="pres">
      <dgm:prSet presAssocID="{085138FA-19ED-4814-A802-289ADAEC75F8}" presName="boxAndChildren" presStyleCnt="0"/>
      <dgm:spPr/>
    </dgm:pt>
    <dgm:pt modelId="{B1E87353-0A85-0845-821A-BDE0AF61DBAA}" type="pres">
      <dgm:prSet presAssocID="{085138FA-19ED-4814-A802-289ADAEC75F8}" presName="parentTextBox" presStyleLbl="node1" presStyleIdx="0" presStyleCnt="2"/>
      <dgm:spPr/>
    </dgm:pt>
    <dgm:pt modelId="{D6944B39-9DEC-F648-ACD2-E726E9A6DF90}" type="pres">
      <dgm:prSet presAssocID="{085138FA-19ED-4814-A802-289ADAEC75F8}" presName="entireBox" presStyleLbl="node1" presStyleIdx="0" presStyleCnt="2"/>
      <dgm:spPr/>
    </dgm:pt>
    <dgm:pt modelId="{2528073B-7035-C846-A490-6CB1EDE3E7B6}" type="pres">
      <dgm:prSet presAssocID="{085138FA-19ED-4814-A802-289ADAEC75F8}" presName="descendantBox" presStyleCnt="0"/>
      <dgm:spPr/>
    </dgm:pt>
    <dgm:pt modelId="{A5B2E473-E404-2148-8F27-2898E956C36F}" type="pres">
      <dgm:prSet presAssocID="{9164C8DF-9798-4B86-BFBC-9E7099FC9C35}" presName="childTextBox" presStyleLbl="fgAccFollowNode1" presStyleIdx="0" presStyleCnt="2">
        <dgm:presLayoutVars>
          <dgm:bulletEnabled val="1"/>
        </dgm:presLayoutVars>
      </dgm:prSet>
      <dgm:spPr/>
    </dgm:pt>
    <dgm:pt modelId="{E7C591F0-EE42-9441-892E-671923B30A1A}" type="pres">
      <dgm:prSet presAssocID="{8EBFD25D-1E6C-4466-A39C-2DE824D92F33}" presName="childTextBox" presStyleLbl="fgAccFollowNode1" presStyleIdx="1" presStyleCnt="2">
        <dgm:presLayoutVars>
          <dgm:bulletEnabled val="1"/>
        </dgm:presLayoutVars>
      </dgm:prSet>
      <dgm:spPr/>
    </dgm:pt>
    <dgm:pt modelId="{98C413AD-3C6D-EC4A-A917-FF8D58313F92}" type="pres">
      <dgm:prSet presAssocID="{B0E88812-E498-4ABA-ABD0-AE0CC5242202}" presName="sp" presStyleCnt="0"/>
      <dgm:spPr/>
    </dgm:pt>
    <dgm:pt modelId="{168F09AA-5B06-C947-9C7E-7FA5D986DF81}" type="pres">
      <dgm:prSet presAssocID="{A525843F-1E23-43DC-99E2-F0EDB2DF2915}" presName="arrowAndChildren" presStyleCnt="0"/>
      <dgm:spPr/>
    </dgm:pt>
    <dgm:pt modelId="{01C23664-6C90-9646-852A-9C392B6105FD}" type="pres">
      <dgm:prSet presAssocID="{A525843F-1E23-43DC-99E2-F0EDB2DF2915}" presName="parentTextArrow" presStyleLbl="node1" presStyleIdx="1" presStyleCnt="2"/>
      <dgm:spPr/>
    </dgm:pt>
  </dgm:ptLst>
  <dgm:cxnLst>
    <dgm:cxn modelId="{A8361200-B8D5-FA49-9B26-3E81213A1BAE}" type="presOf" srcId="{8EBFD25D-1E6C-4466-A39C-2DE824D92F33}" destId="{E7C591F0-EE42-9441-892E-671923B30A1A}" srcOrd="0" destOrd="0" presId="urn:microsoft.com/office/officeart/2005/8/layout/process4"/>
    <dgm:cxn modelId="{29625820-5AAA-9A49-9FCB-A21476687AEE}" type="presOf" srcId="{C781EFB2-E9B9-4CF7-8677-358567AD23EF}" destId="{56A1386B-72CB-464E-BCB2-38A97DB042F2}" srcOrd="0" destOrd="0" presId="urn:microsoft.com/office/officeart/2005/8/layout/process4"/>
    <dgm:cxn modelId="{6E52A82B-E8C6-4774-BEAB-65B0E296E4FF}" srcId="{085138FA-19ED-4814-A802-289ADAEC75F8}" destId="{8EBFD25D-1E6C-4466-A39C-2DE824D92F33}" srcOrd="1" destOrd="0" parTransId="{C918773E-116F-49C3-835A-393F7EB35D00}" sibTransId="{D2AD20A7-98CC-42FE-A2E6-0BD65FB64FA0}"/>
    <dgm:cxn modelId="{EABE0677-C3B1-4A75-994E-20E4DF2F0143}" srcId="{085138FA-19ED-4814-A802-289ADAEC75F8}" destId="{9164C8DF-9798-4B86-BFBC-9E7099FC9C35}" srcOrd="0" destOrd="0" parTransId="{451EEFE8-66CF-4791-B4F2-D92E7AAE530B}" sibTransId="{FCCC86B7-12C5-4127-A081-D2D3466FF051}"/>
    <dgm:cxn modelId="{C4614F86-5208-674F-B8A1-BDA1C398986D}" type="presOf" srcId="{085138FA-19ED-4814-A802-289ADAEC75F8}" destId="{D6944B39-9DEC-F648-ACD2-E726E9A6DF90}" srcOrd="1" destOrd="0" presId="urn:microsoft.com/office/officeart/2005/8/layout/process4"/>
    <dgm:cxn modelId="{BB19BA9D-8EE4-CB41-86C0-4879EAD3034F}" type="presOf" srcId="{A525843F-1E23-43DC-99E2-F0EDB2DF2915}" destId="{01C23664-6C90-9646-852A-9C392B6105FD}" srcOrd="0" destOrd="0" presId="urn:microsoft.com/office/officeart/2005/8/layout/process4"/>
    <dgm:cxn modelId="{F4E268B8-E7D0-4E97-8EF4-FBC9264B4464}" srcId="{C781EFB2-E9B9-4CF7-8677-358567AD23EF}" destId="{085138FA-19ED-4814-A802-289ADAEC75F8}" srcOrd="1" destOrd="0" parTransId="{E429A153-1DEC-4219-A93A-27FB95A7310F}" sibTransId="{82BC9A0C-894D-4C14-AE4B-1B359C215E53}"/>
    <dgm:cxn modelId="{E5404BD3-368E-2547-9DC6-09BF440FE5CC}" type="presOf" srcId="{9164C8DF-9798-4B86-BFBC-9E7099FC9C35}" destId="{A5B2E473-E404-2148-8F27-2898E956C36F}" srcOrd="0" destOrd="0" presId="urn:microsoft.com/office/officeart/2005/8/layout/process4"/>
    <dgm:cxn modelId="{1B0CE8E4-70E7-6246-A0A8-3FCF426B4465}" type="presOf" srcId="{085138FA-19ED-4814-A802-289ADAEC75F8}" destId="{B1E87353-0A85-0845-821A-BDE0AF61DBAA}" srcOrd="0" destOrd="0" presId="urn:microsoft.com/office/officeart/2005/8/layout/process4"/>
    <dgm:cxn modelId="{0B46F1F5-9F99-4D47-9295-4D178F1CCEFD}" srcId="{C781EFB2-E9B9-4CF7-8677-358567AD23EF}" destId="{A525843F-1E23-43DC-99E2-F0EDB2DF2915}" srcOrd="0" destOrd="0" parTransId="{EA7CEFA2-5C3F-4126-9CEB-1911849E4057}" sibTransId="{B0E88812-E498-4ABA-ABD0-AE0CC5242202}"/>
    <dgm:cxn modelId="{9F9E846B-F783-A24A-8428-FB4071BB16BA}" type="presParOf" srcId="{56A1386B-72CB-464E-BCB2-38A97DB042F2}" destId="{D2049FF3-E522-FE41-9AB3-08BDF0410588}" srcOrd="0" destOrd="0" presId="urn:microsoft.com/office/officeart/2005/8/layout/process4"/>
    <dgm:cxn modelId="{52B9F1FA-0630-3148-BBF8-8F8EB730DC29}" type="presParOf" srcId="{D2049FF3-E522-FE41-9AB3-08BDF0410588}" destId="{B1E87353-0A85-0845-821A-BDE0AF61DBAA}" srcOrd="0" destOrd="0" presId="urn:microsoft.com/office/officeart/2005/8/layout/process4"/>
    <dgm:cxn modelId="{9618BED4-B34E-E343-8C67-CA0ABE43A72B}" type="presParOf" srcId="{D2049FF3-E522-FE41-9AB3-08BDF0410588}" destId="{D6944B39-9DEC-F648-ACD2-E726E9A6DF90}" srcOrd="1" destOrd="0" presId="urn:microsoft.com/office/officeart/2005/8/layout/process4"/>
    <dgm:cxn modelId="{71CFF6F0-65A7-4342-9B48-CA7141E6838B}" type="presParOf" srcId="{D2049FF3-E522-FE41-9AB3-08BDF0410588}" destId="{2528073B-7035-C846-A490-6CB1EDE3E7B6}" srcOrd="2" destOrd="0" presId="urn:microsoft.com/office/officeart/2005/8/layout/process4"/>
    <dgm:cxn modelId="{5C127D3F-6BD3-8341-BBC8-2C9D87040565}" type="presParOf" srcId="{2528073B-7035-C846-A490-6CB1EDE3E7B6}" destId="{A5B2E473-E404-2148-8F27-2898E956C36F}" srcOrd="0" destOrd="0" presId="urn:microsoft.com/office/officeart/2005/8/layout/process4"/>
    <dgm:cxn modelId="{B70816C4-B77D-0347-8281-095AADEF2F35}" type="presParOf" srcId="{2528073B-7035-C846-A490-6CB1EDE3E7B6}" destId="{E7C591F0-EE42-9441-892E-671923B30A1A}" srcOrd="1" destOrd="0" presId="urn:microsoft.com/office/officeart/2005/8/layout/process4"/>
    <dgm:cxn modelId="{241F3795-861D-6A4B-A88F-454F127AC073}" type="presParOf" srcId="{56A1386B-72CB-464E-BCB2-38A97DB042F2}" destId="{98C413AD-3C6D-EC4A-A917-FF8D58313F92}" srcOrd="1" destOrd="0" presId="urn:microsoft.com/office/officeart/2005/8/layout/process4"/>
    <dgm:cxn modelId="{F50FBC9F-4FC1-2348-90F1-AF8C8D92F3B6}" type="presParOf" srcId="{56A1386B-72CB-464E-BCB2-38A97DB042F2}" destId="{168F09AA-5B06-C947-9C7E-7FA5D986DF81}" srcOrd="2" destOrd="0" presId="urn:microsoft.com/office/officeart/2005/8/layout/process4"/>
    <dgm:cxn modelId="{F1EC414F-2964-CA42-805E-F8F070C9DB65}" type="presParOf" srcId="{168F09AA-5B06-C947-9C7E-7FA5D986DF81}" destId="{01C23664-6C90-9646-852A-9C392B6105FD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17C46C1E-2137-4DE1-B1E5-EC5275906833}" type="doc">
      <dgm:prSet loTypeId="urn:microsoft.com/office/officeart/2008/layout/LinedList" loCatId="list" qsTypeId="urn:microsoft.com/office/officeart/2005/8/quickstyle/simple1" qsCatId="simple" csTypeId="urn:microsoft.com/office/officeart/2005/8/colors/accent4_2" csCatId="accent4"/>
      <dgm:spPr/>
      <dgm:t>
        <a:bodyPr/>
        <a:lstStyle/>
        <a:p>
          <a:endParaRPr lang="en-US"/>
        </a:p>
      </dgm:t>
    </dgm:pt>
    <dgm:pt modelId="{DCA7CDE0-25CF-4889-A21B-52B97542BAE0}">
      <dgm:prSet/>
      <dgm:spPr/>
      <dgm:t>
        <a:bodyPr/>
        <a:lstStyle/>
        <a:p>
          <a:r>
            <a:rPr lang="en-US" b="1"/>
            <a:t>Variables are containers</a:t>
          </a:r>
          <a:r>
            <a:rPr lang="en-US"/>
            <a:t> for storing data with meaningful names </a:t>
          </a:r>
        </a:p>
      </dgm:t>
    </dgm:pt>
    <dgm:pt modelId="{5529F8B1-DBD7-470C-BAA3-4F5B6EBC4F00}" type="parTrans" cxnId="{D1B4E918-292B-4044-B5D4-F5459A36B985}">
      <dgm:prSet/>
      <dgm:spPr/>
      <dgm:t>
        <a:bodyPr/>
        <a:lstStyle/>
        <a:p>
          <a:endParaRPr lang="en-US"/>
        </a:p>
      </dgm:t>
    </dgm:pt>
    <dgm:pt modelId="{9903E65F-AB42-4416-B25A-229811A0B802}" type="sibTrans" cxnId="{D1B4E918-292B-4044-B5D4-F5459A36B985}">
      <dgm:prSet/>
      <dgm:spPr/>
      <dgm:t>
        <a:bodyPr/>
        <a:lstStyle/>
        <a:p>
          <a:endParaRPr lang="en-US"/>
        </a:p>
      </dgm:t>
    </dgm:pt>
    <dgm:pt modelId="{6B3DA245-2163-4AAC-AE07-32F1AA2B57DA}">
      <dgm:prSet/>
      <dgm:spPr/>
      <dgm:t>
        <a:bodyPr/>
        <a:lstStyle/>
        <a:p>
          <a:r>
            <a:rPr lang="en-US" b="1"/>
            <a:t>Use descriptive names</a:t>
          </a:r>
          <a:r>
            <a:rPr lang="en-US"/>
            <a:t> following Python naming conventions </a:t>
          </a:r>
        </a:p>
      </dgm:t>
    </dgm:pt>
    <dgm:pt modelId="{AC8A3805-7390-4B1D-A426-EDBBF9E6DBF5}" type="parTrans" cxnId="{E4B72C33-E5E3-41C0-9421-7801BDE82721}">
      <dgm:prSet/>
      <dgm:spPr/>
      <dgm:t>
        <a:bodyPr/>
        <a:lstStyle/>
        <a:p>
          <a:endParaRPr lang="en-US"/>
        </a:p>
      </dgm:t>
    </dgm:pt>
    <dgm:pt modelId="{A180EA0A-1953-4CB5-8764-DACE18E5CC50}" type="sibTrans" cxnId="{E4B72C33-E5E3-41C0-9421-7801BDE82721}">
      <dgm:prSet/>
      <dgm:spPr/>
      <dgm:t>
        <a:bodyPr/>
        <a:lstStyle/>
        <a:p>
          <a:endParaRPr lang="en-US"/>
        </a:p>
      </dgm:t>
    </dgm:pt>
    <dgm:pt modelId="{F23945C3-6149-4D9E-99DA-69990EA37D65}">
      <dgm:prSet/>
      <dgm:spPr/>
      <dgm:t>
        <a:bodyPr/>
        <a:lstStyle/>
        <a:p>
          <a:r>
            <a:rPr lang="en-US" b="1"/>
            <a:t>Variables can change</a:t>
          </a:r>
          <a:r>
            <a:rPr lang="en-US"/>
            <a:t> values and types during program execution </a:t>
          </a:r>
        </a:p>
      </dgm:t>
    </dgm:pt>
    <dgm:pt modelId="{02F0D7F8-77F7-48A8-B6E3-A5B1D61F31AC}" type="parTrans" cxnId="{3118D28C-0422-486B-8CB6-08291807357C}">
      <dgm:prSet/>
      <dgm:spPr/>
      <dgm:t>
        <a:bodyPr/>
        <a:lstStyle/>
        <a:p>
          <a:endParaRPr lang="en-US"/>
        </a:p>
      </dgm:t>
    </dgm:pt>
    <dgm:pt modelId="{7E2D6B9F-ED51-46E2-A785-B6C9E2BFB390}" type="sibTrans" cxnId="{3118D28C-0422-486B-8CB6-08291807357C}">
      <dgm:prSet/>
      <dgm:spPr/>
      <dgm:t>
        <a:bodyPr/>
        <a:lstStyle/>
        <a:p>
          <a:endParaRPr lang="en-US"/>
        </a:p>
      </dgm:t>
    </dgm:pt>
    <dgm:pt modelId="{77DE0B2E-874E-4264-A687-1366D0EC470A}">
      <dgm:prSet/>
      <dgm:spPr/>
      <dgm:t>
        <a:bodyPr/>
        <a:lstStyle/>
        <a:p>
          <a:r>
            <a:rPr lang="en-US" b="1"/>
            <a:t>Always define variables</a:t>
          </a:r>
          <a:r>
            <a:rPr lang="en-US"/>
            <a:t> before using them </a:t>
          </a:r>
        </a:p>
      </dgm:t>
    </dgm:pt>
    <dgm:pt modelId="{1FC8AEE7-1B24-4B9F-8A62-858BF62191A3}" type="parTrans" cxnId="{C6D29AAB-0457-4CF6-8F75-99538BB0D6CF}">
      <dgm:prSet/>
      <dgm:spPr/>
      <dgm:t>
        <a:bodyPr/>
        <a:lstStyle/>
        <a:p>
          <a:endParaRPr lang="en-US"/>
        </a:p>
      </dgm:t>
    </dgm:pt>
    <dgm:pt modelId="{7D38BFB5-8132-4231-803E-CCF452B6CC3E}" type="sibTrans" cxnId="{C6D29AAB-0457-4CF6-8F75-99538BB0D6CF}">
      <dgm:prSet/>
      <dgm:spPr/>
      <dgm:t>
        <a:bodyPr/>
        <a:lstStyle/>
        <a:p>
          <a:endParaRPr lang="en-US"/>
        </a:p>
      </dgm:t>
    </dgm:pt>
    <dgm:pt modelId="{4654EAA9-BE80-4D4B-ACB5-FCA60573ABD3}">
      <dgm:prSet/>
      <dgm:spPr/>
      <dgm:t>
        <a:bodyPr/>
        <a:lstStyle/>
        <a:p>
          <a:r>
            <a:rPr lang="en-US" b="1"/>
            <a:t>Case matters</a:t>
          </a:r>
          <a:r>
            <a:rPr lang="en-US"/>
            <a:t> - name and Name are different variables</a:t>
          </a:r>
        </a:p>
      </dgm:t>
    </dgm:pt>
    <dgm:pt modelId="{A5297494-355D-4C4F-8F49-37A9A59F644A}" type="parTrans" cxnId="{44377254-59EF-4B7E-975D-3992CB08DB9C}">
      <dgm:prSet/>
      <dgm:spPr/>
      <dgm:t>
        <a:bodyPr/>
        <a:lstStyle/>
        <a:p>
          <a:endParaRPr lang="en-US"/>
        </a:p>
      </dgm:t>
    </dgm:pt>
    <dgm:pt modelId="{1339AD91-7B99-477B-AF4C-83F7C57A24FD}" type="sibTrans" cxnId="{44377254-59EF-4B7E-975D-3992CB08DB9C}">
      <dgm:prSet/>
      <dgm:spPr/>
      <dgm:t>
        <a:bodyPr/>
        <a:lstStyle/>
        <a:p>
          <a:endParaRPr lang="en-US"/>
        </a:p>
      </dgm:t>
    </dgm:pt>
    <dgm:pt modelId="{2C34E48F-DBF5-BD4F-B01D-785FA2CD6118}" type="pres">
      <dgm:prSet presAssocID="{17C46C1E-2137-4DE1-B1E5-EC5275906833}" presName="vert0" presStyleCnt="0">
        <dgm:presLayoutVars>
          <dgm:dir/>
          <dgm:animOne val="branch"/>
          <dgm:animLvl val="lvl"/>
        </dgm:presLayoutVars>
      </dgm:prSet>
      <dgm:spPr/>
    </dgm:pt>
    <dgm:pt modelId="{04B1CBB3-111E-3045-AA7D-3FBAE3E2C90D}" type="pres">
      <dgm:prSet presAssocID="{DCA7CDE0-25CF-4889-A21B-52B97542BAE0}" presName="thickLine" presStyleLbl="alignNode1" presStyleIdx="0" presStyleCnt="5"/>
      <dgm:spPr/>
    </dgm:pt>
    <dgm:pt modelId="{4647B795-D88E-F741-A59F-DC36C9B9CF27}" type="pres">
      <dgm:prSet presAssocID="{DCA7CDE0-25CF-4889-A21B-52B97542BAE0}" presName="horz1" presStyleCnt="0"/>
      <dgm:spPr/>
    </dgm:pt>
    <dgm:pt modelId="{B6DA1490-4170-5E40-84A8-A359F69B95AD}" type="pres">
      <dgm:prSet presAssocID="{DCA7CDE0-25CF-4889-A21B-52B97542BAE0}" presName="tx1" presStyleLbl="revTx" presStyleIdx="0" presStyleCnt="5"/>
      <dgm:spPr/>
    </dgm:pt>
    <dgm:pt modelId="{3DD3AFEA-76F9-8B4F-8ED1-2D57A36A8F4B}" type="pres">
      <dgm:prSet presAssocID="{DCA7CDE0-25CF-4889-A21B-52B97542BAE0}" presName="vert1" presStyleCnt="0"/>
      <dgm:spPr/>
    </dgm:pt>
    <dgm:pt modelId="{E929945E-0E2F-AC41-9642-2779B669DC33}" type="pres">
      <dgm:prSet presAssocID="{6B3DA245-2163-4AAC-AE07-32F1AA2B57DA}" presName="thickLine" presStyleLbl="alignNode1" presStyleIdx="1" presStyleCnt="5"/>
      <dgm:spPr/>
    </dgm:pt>
    <dgm:pt modelId="{2FDC5B33-7F02-F141-B3FF-DA132D00B5D2}" type="pres">
      <dgm:prSet presAssocID="{6B3DA245-2163-4AAC-AE07-32F1AA2B57DA}" presName="horz1" presStyleCnt="0"/>
      <dgm:spPr/>
    </dgm:pt>
    <dgm:pt modelId="{5953090F-65A6-D94C-9EF3-720911E57C58}" type="pres">
      <dgm:prSet presAssocID="{6B3DA245-2163-4AAC-AE07-32F1AA2B57DA}" presName="tx1" presStyleLbl="revTx" presStyleIdx="1" presStyleCnt="5"/>
      <dgm:spPr/>
    </dgm:pt>
    <dgm:pt modelId="{7EB334C4-7774-EE4C-9FA6-504F57F62194}" type="pres">
      <dgm:prSet presAssocID="{6B3DA245-2163-4AAC-AE07-32F1AA2B57DA}" presName="vert1" presStyleCnt="0"/>
      <dgm:spPr/>
    </dgm:pt>
    <dgm:pt modelId="{FE6C9A45-30F1-DE4A-84EB-8A32C111575C}" type="pres">
      <dgm:prSet presAssocID="{F23945C3-6149-4D9E-99DA-69990EA37D65}" presName="thickLine" presStyleLbl="alignNode1" presStyleIdx="2" presStyleCnt="5"/>
      <dgm:spPr/>
    </dgm:pt>
    <dgm:pt modelId="{AE5F5A97-9797-7340-A29E-C947A9472CCE}" type="pres">
      <dgm:prSet presAssocID="{F23945C3-6149-4D9E-99DA-69990EA37D65}" presName="horz1" presStyleCnt="0"/>
      <dgm:spPr/>
    </dgm:pt>
    <dgm:pt modelId="{62C530F5-6A9F-D443-ACB8-39172384BED8}" type="pres">
      <dgm:prSet presAssocID="{F23945C3-6149-4D9E-99DA-69990EA37D65}" presName="tx1" presStyleLbl="revTx" presStyleIdx="2" presStyleCnt="5"/>
      <dgm:spPr/>
    </dgm:pt>
    <dgm:pt modelId="{240BB68F-E56E-4940-8016-D96A24EB2927}" type="pres">
      <dgm:prSet presAssocID="{F23945C3-6149-4D9E-99DA-69990EA37D65}" presName="vert1" presStyleCnt="0"/>
      <dgm:spPr/>
    </dgm:pt>
    <dgm:pt modelId="{BB7840CC-E84C-3748-913F-2BB8ACC31784}" type="pres">
      <dgm:prSet presAssocID="{77DE0B2E-874E-4264-A687-1366D0EC470A}" presName="thickLine" presStyleLbl="alignNode1" presStyleIdx="3" presStyleCnt="5"/>
      <dgm:spPr/>
    </dgm:pt>
    <dgm:pt modelId="{393084A0-7F46-A341-822A-476B318E51A1}" type="pres">
      <dgm:prSet presAssocID="{77DE0B2E-874E-4264-A687-1366D0EC470A}" presName="horz1" presStyleCnt="0"/>
      <dgm:spPr/>
    </dgm:pt>
    <dgm:pt modelId="{E92572F9-AA32-2A40-9528-D236D5BDFF52}" type="pres">
      <dgm:prSet presAssocID="{77DE0B2E-874E-4264-A687-1366D0EC470A}" presName="tx1" presStyleLbl="revTx" presStyleIdx="3" presStyleCnt="5"/>
      <dgm:spPr/>
    </dgm:pt>
    <dgm:pt modelId="{28921632-9F09-1A43-AB29-10E847E441E0}" type="pres">
      <dgm:prSet presAssocID="{77DE0B2E-874E-4264-A687-1366D0EC470A}" presName="vert1" presStyleCnt="0"/>
      <dgm:spPr/>
    </dgm:pt>
    <dgm:pt modelId="{42126546-90A6-2A42-885C-112DAC5279E4}" type="pres">
      <dgm:prSet presAssocID="{4654EAA9-BE80-4D4B-ACB5-FCA60573ABD3}" presName="thickLine" presStyleLbl="alignNode1" presStyleIdx="4" presStyleCnt="5"/>
      <dgm:spPr/>
    </dgm:pt>
    <dgm:pt modelId="{E0515C1D-4A35-C04D-B25D-D5595242EAB5}" type="pres">
      <dgm:prSet presAssocID="{4654EAA9-BE80-4D4B-ACB5-FCA60573ABD3}" presName="horz1" presStyleCnt="0"/>
      <dgm:spPr/>
    </dgm:pt>
    <dgm:pt modelId="{0F53D3C6-8ADD-2349-AC39-0D74A3033F3A}" type="pres">
      <dgm:prSet presAssocID="{4654EAA9-BE80-4D4B-ACB5-FCA60573ABD3}" presName="tx1" presStyleLbl="revTx" presStyleIdx="4" presStyleCnt="5"/>
      <dgm:spPr/>
    </dgm:pt>
    <dgm:pt modelId="{AD39CDC2-7572-A741-87ED-E227FB969598}" type="pres">
      <dgm:prSet presAssocID="{4654EAA9-BE80-4D4B-ACB5-FCA60573ABD3}" presName="vert1" presStyleCnt="0"/>
      <dgm:spPr/>
    </dgm:pt>
  </dgm:ptLst>
  <dgm:cxnLst>
    <dgm:cxn modelId="{B0C78902-41E4-EA47-B082-8ACD1AA88319}" type="presOf" srcId="{6B3DA245-2163-4AAC-AE07-32F1AA2B57DA}" destId="{5953090F-65A6-D94C-9EF3-720911E57C58}" srcOrd="0" destOrd="0" presId="urn:microsoft.com/office/officeart/2008/layout/LinedList"/>
    <dgm:cxn modelId="{D6A46D09-1CB2-9444-9E61-81EB120D0951}" type="presOf" srcId="{DCA7CDE0-25CF-4889-A21B-52B97542BAE0}" destId="{B6DA1490-4170-5E40-84A8-A359F69B95AD}" srcOrd="0" destOrd="0" presId="urn:microsoft.com/office/officeart/2008/layout/LinedList"/>
    <dgm:cxn modelId="{D1B4E918-292B-4044-B5D4-F5459A36B985}" srcId="{17C46C1E-2137-4DE1-B1E5-EC5275906833}" destId="{DCA7CDE0-25CF-4889-A21B-52B97542BAE0}" srcOrd="0" destOrd="0" parTransId="{5529F8B1-DBD7-470C-BAA3-4F5B6EBC4F00}" sibTransId="{9903E65F-AB42-4416-B25A-229811A0B802}"/>
    <dgm:cxn modelId="{A94EE92A-90C9-D847-83F0-848086F2E2D7}" type="presOf" srcId="{F23945C3-6149-4D9E-99DA-69990EA37D65}" destId="{62C530F5-6A9F-D443-ACB8-39172384BED8}" srcOrd="0" destOrd="0" presId="urn:microsoft.com/office/officeart/2008/layout/LinedList"/>
    <dgm:cxn modelId="{E4B72C33-E5E3-41C0-9421-7801BDE82721}" srcId="{17C46C1E-2137-4DE1-B1E5-EC5275906833}" destId="{6B3DA245-2163-4AAC-AE07-32F1AA2B57DA}" srcOrd="1" destOrd="0" parTransId="{AC8A3805-7390-4B1D-A426-EDBBF9E6DBF5}" sibTransId="{A180EA0A-1953-4CB5-8764-DACE18E5CC50}"/>
    <dgm:cxn modelId="{87784446-7DDF-D947-8CD1-A62AA3456296}" type="presOf" srcId="{17C46C1E-2137-4DE1-B1E5-EC5275906833}" destId="{2C34E48F-DBF5-BD4F-B01D-785FA2CD6118}" srcOrd="0" destOrd="0" presId="urn:microsoft.com/office/officeart/2008/layout/LinedList"/>
    <dgm:cxn modelId="{44377254-59EF-4B7E-975D-3992CB08DB9C}" srcId="{17C46C1E-2137-4DE1-B1E5-EC5275906833}" destId="{4654EAA9-BE80-4D4B-ACB5-FCA60573ABD3}" srcOrd="4" destOrd="0" parTransId="{A5297494-355D-4C4F-8F49-37A9A59F644A}" sibTransId="{1339AD91-7B99-477B-AF4C-83F7C57A24FD}"/>
    <dgm:cxn modelId="{4748FD5E-2556-3946-8E2B-2C2B00BC73F2}" type="presOf" srcId="{77DE0B2E-874E-4264-A687-1366D0EC470A}" destId="{E92572F9-AA32-2A40-9528-D236D5BDFF52}" srcOrd="0" destOrd="0" presId="urn:microsoft.com/office/officeart/2008/layout/LinedList"/>
    <dgm:cxn modelId="{AB0EBD7D-39AD-7E49-9038-4956DAC9A4DA}" type="presOf" srcId="{4654EAA9-BE80-4D4B-ACB5-FCA60573ABD3}" destId="{0F53D3C6-8ADD-2349-AC39-0D74A3033F3A}" srcOrd="0" destOrd="0" presId="urn:microsoft.com/office/officeart/2008/layout/LinedList"/>
    <dgm:cxn modelId="{3118D28C-0422-486B-8CB6-08291807357C}" srcId="{17C46C1E-2137-4DE1-B1E5-EC5275906833}" destId="{F23945C3-6149-4D9E-99DA-69990EA37D65}" srcOrd="2" destOrd="0" parTransId="{02F0D7F8-77F7-48A8-B6E3-A5B1D61F31AC}" sibTransId="{7E2D6B9F-ED51-46E2-A785-B6C9E2BFB390}"/>
    <dgm:cxn modelId="{C6D29AAB-0457-4CF6-8F75-99538BB0D6CF}" srcId="{17C46C1E-2137-4DE1-B1E5-EC5275906833}" destId="{77DE0B2E-874E-4264-A687-1366D0EC470A}" srcOrd="3" destOrd="0" parTransId="{1FC8AEE7-1B24-4B9F-8A62-858BF62191A3}" sibTransId="{7D38BFB5-8132-4231-803E-CCF452B6CC3E}"/>
    <dgm:cxn modelId="{B4993D1A-5D9E-6349-846C-77FC7F7BFE25}" type="presParOf" srcId="{2C34E48F-DBF5-BD4F-B01D-785FA2CD6118}" destId="{04B1CBB3-111E-3045-AA7D-3FBAE3E2C90D}" srcOrd="0" destOrd="0" presId="urn:microsoft.com/office/officeart/2008/layout/LinedList"/>
    <dgm:cxn modelId="{99BE9F66-BA75-1C4F-A10F-6BAFF3B18E96}" type="presParOf" srcId="{2C34E48F-DBF5-BD4F-B01D-785FA2CD6118}" destId="{4647B795-D88E-F741-A59F-DC36C9B9CF27}" srcOrd="1" destOrd="0" presId="urn:microsoft.com/office/officeart/2008/layout/LinedList"/>
    <dgm:cxn modelId="{09E65412-B223-6D4F-9AE7-9D64C0F2E543}" type="presParOf" srcId="{4647B795-D88E-F741-A59F-DC36C9B9CF27}" destId="{B6DA1490-4170-5E40-84A8-A359F69B95AD}" srcOrd="0" destOrd="0" presId="urn:microsoft.com/office/officeart/2008/layout/LinedList"/>
    <dgm:cxn modelId="{05B7CD01-4282-AB47-A50C-FDC975C417C1}" type="presParOf" srcId="{4647B795-D88E-F741-A59F-DC36C9B9CF27}" destId="{3DD3AFEA-76F9-8B4F-8ED1-2D57A36A8F4B}" srcOrd="1" destOrd="0" presId="urn:microsoft.com/office/officeart/2008/layout/LinedList"/>
    <dgm:cxn modelId="{153F7EB1-4A8D-9E43-AD4C-6C3953593F97}" type="presParOf" srcId="{2C34E48F-DBF5-BD4F-B01D-785FA2CD6118}" destId="{E929945E-0E2F-AC41-9642-2779B669DC33}" srcOrd="2" destOrd="0" presId="urn:microsoft.com/office/officeart/2008/layout/LinedList"/>
    <dgm:cxn modelId="{C965E807-F45C-C54A-856E-1B935CDD55DF}" type="presParOf" srcId="{2C34E48F-DBF5-BD4F-B01D-785FA2CD6118}" destId="{2FDC5B33-7F02-F141-B3FF-DA132D00B5D2}" srcOrd="3" destOrd="0" presId="urn:microsoft.com/office/officeart/2008/layout/LinedList"/>
    <dgm:cxn modelId="{14B4DB4B-0BF3-7949-9F89-B9EA21613932}" type="presParOf" srcId="{2FDC5B33-7F02-F141-B3FF-DA132D00B5D2}" destId="{5953090F-65A6-D94C-9EF3-720911E57C58}" srcOrd="0" destOrd="0" presId="urn:microsoft.com/office/officeart/2008/layout/LinedList"/>
    <dgm:cxn modelId="{1CEE59D5-4827-7F40-8A56-FB52023B4FAE}" type="presParOf" srcId="{2FDC5B33-7F02-F141-B3FF-DA132D00B5D2}" destId="{7EB334C4-7774-EE4C-9FA6-504F57F62194}" srcOrd="1" destOrd="0" presId="urn:microsoft.com/office/officeart/2008/layout/LinedList"/>
    <dgm:cxn modelId="{425D0A01-E179-DB42-9775-7CB8B8878023}" type="presParOf" srcId="{2C34E48F-DBF5-BD4F-B01D-785FA2CD6118}" destId="{FE6C9A45-30F1-DE4A-84EB-8A32C111575C}" srcOrd="4" destOrd="0" presId="urn:microsoft.com/office/officeart/2008/layout/LinedList"/>
    <dgm:cxn modelId="{B2D99357-E5B5-3841-B588-8B4EEEA6041A}" type="presParOf" srcId="{2C34E48F-DBF5-BD4F-B01D-785FA2CD6118}" destId="{AE5F5A97-9797-7340-A29E-C947A9472CCE}" srcOrd="5" destOrd="0" presId="urn:microsoft.com/office/officeart/2008/layout/LinedList"/>
    <dgm:cxn modelId="{349FAAFE-1E18-094A-84C0-23F45C7E0401}" type="presParOf" srcId="{AE5F5A97-9797-7340-A29E-C947A9472CCE}" destId="{62C530F5-6A9F-D443-ACB8-39172384BED8}" srcOrd="0" destOrd="0" presId="urn:microsoft.com/office/officeart/2008/layout/LinedList"/>
    <dgm:cxn modelId="{8E5AF754-028C-2244-A876-67315218A268}" type="presParOf" srcId="{AE5F5A97-9797-7340-A29E-C947A9472CCE}" destId="{240BB68F-E56E-4940-8016-D96A24EB2927}" srcOrd="1" destOrd="0" presId="urn:microsoft.com/office/officeart/2008/layout/LinedList"/>
    <dgm:cxn modelId="{E28418E9-C547-3B45-A269-C7C012EFD0DC}" type="presParOf" srcId="{2C34E48F-DBF5-BD4F-B01D-785FA2CD6118}" destId="{BB7840CC-E84C-3748-913F-2BB8ACC31784}" srcOrd="6" destOrd="0" presId="urn:microsoft.com/office/officeart/2008/layout/LinedList"/>
    <dgm:cxn modelId="{01A14A2F-C7B3-DD43-9FC1-28FD31A0BB4A}" type="presParOf" srcId="{2C34E48F-DBF5-BD4F-B01D-785FA2CD6118}" destId="{393084A0-7F46-A341-822A-476B318E51A1}" srcOrd="7" destOrd="0" presId="urn:microsoft.com/office/officeart/2008/layout/LinedList"/>
    <dgm:cxn modelId="{7C052FE0-AB75-EA41-ACEB-289D9FF0D31A}" type="presParOf" srcId="{393084A0-7F46-A341-822A-476B318E51A1}" destId="{E92572F9-AA32-2A40-9528-D236D5BDFF52}" srcOrd="0" destOrd="0" presId="urn:microsoft.com/office/officeart/2008/layout/LinedList"/>
    <dgm:cxn modelId="{D0EA94C3-5D9A-544F-8EF5-E4F125BFDB6F}" type="presParOf" srcId="{393084A0-7F46-A341-822A-476B318E51A1}" destId="{28921632-9F09-1A43-AB29-10E847E441E0}" srcOrd="1" destOrd="0" presId="urn:microsoft.com/office/officeart/2008/layout/LinedList"/>
    <dgm:cxn modelId="{E8DE88F0-03BC-1C43-821E-87B3C1213970}" type="presParOf" srcId="{2C34E48F-DBF5-BD4F-B01D-785FA2CD6118}" destId="{42126546-90A6-2A42-885C-112DAC5279E4}" srcOrd="8" destOrd="0" presId="urn:microsoft.com/office/officeart/2008/layout/LinedList"/>
    <dgm:cxn modelId="{DC64CFC9-DB8D-9E42-8122-C1241EAB1EAA}" type="presParOf" srcId="{2C34E48F-DBF5-BD4F-B01D-785FA2CD6118}" destId="{E0515C1D-4A35-C04D-B25D-D5595242EAB5}" srcOrd="9" destOrd="0" presId="urn:microsoft.com/office/officeart/2008/layout/LinedList"/>
    <dgm:cxn modelId="{A41498FD-927C-8547-A305-3C53F87C8C82}" type="presParOf" srcId="{E0515C1D-4A35-C04D-B25D-D5595242EAB5}" destId="{0F53D3C6-8ADD-2349-AC39-0D74A3033F3A}" srcOrd="0" destOrd="0" presId="urn:microsoft.com/office/officeart/2008/layout/LinedList"/>
    <dgm:cxn modelId="{028FB6E3-1D3A-0849-BBED-492C05551BB9}" type="presParOf" srcId="{E0515C1D-4A35-C04D-B25D-D5595242EAB5}" destId="{AD39CDC2-7572-A741-87ED-E227FB969598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C15CADF0-AF95-4A08-BCE6-AC9E408EFCF8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D961615B-2CD0-44FC-BDE7-366CA800925E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Python is fun and friendly 🐍</a:t>
          </a:r>
        </a:p>
      </dgm:t>
    </dgm:pt>
    <dgm:pt modelId="{11D914C4-9F9A-4703-834F-DBF6D4B81E5E}" type="parTrans" cxnId="{4ECEA455-0618-4A43-AF60-882FD7D6021F}">
      <dgm:prSet/>
      <dgm:spPr/>
      <dgm:t>
        <a:bodyPr/>
        <a:lstStyle/>
        <a:p>
          <a:endParaRPr lang="en-US"/>
        </a:p>
      </dgm:t>
    </dgm:pt>
    <dgm:pt modelId="{4841A5CA-10C5-456E-9ECE-A69DADCE9E53}" type="sibTrans" cxnId="{4ECEA455-0618-4A43-AF60-882FD7D6021F}">
      <dgm:prSet/>
      <dgm:spPr/>
      <dgm:t>
        <a:bodyPr/>
        <a:lstStyle/>
        <a:p>
          <a:endParaRPr lang="en-US"/>
        </a:p>
      </dgm:t>
    </dgm:pt>
    <dgm:pt modelId="{FE797EA8-10BB-4EA2-B070-785602CEA8DB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You learned variables and data types today 🌟</a:t>
          </a:r>
        </a:p>
      </dgm:t>
    </dgm:pt>
    <dgm:pt modelId="{39EB3989-1A4C-4FD9-A224-9DB262A10CB9}" type="parTrans" cxnId="{98085C11-B5D6-4A44-9FB6-519ECB3EE4D6}">
      <dgm:prSet/>
      <dgm:spPr/>
      <dgm:t>
        <a:bodyPr/>
        <a:lstStyle/>
        <a:p>
          <a:endParaRPr lang="en-US"/>
        </a:p>
      </dgm:t>
    </dgm:pt>
    <dgm:pt modelId="{8259D05D-3250-427A-946D-660408022338}" type="sibTrans" cxnId="{98085C11-B5D6-4A44-9FB6-519ECB3EE4D6}">
      <dgm:prSet/>
      <dgm:spPr/>
      <dgm:t>
        <a:bodyPr/>
        <a:lstStyle/>
        <a:p>
          <a:endParaRPr lang="en-US"/>
        </a:p>
      </dgm:t>
    </dgm:pt>
    <dgm:pt modelId="{6FB8D894-3554-4C75-A6BC-989E3B4BC32E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Keep exploring and making cool stuff! 💡</a:t>
          </a:r>
        </a:p>
      </dgm:t>
    </dgm:pt>
    <dgm:pt modelId="{DAE27367-519A-485E-B928-1AADBCD50148}" type="parTrans" cxnId="{0E6532DE-0CEB-4DE5-9B94-B1F71C02034C}">
      <dgm:prSet/>
      <dgm:spPr/>
      <dgm:t>
        <a:bodyPr/>
        <a:lstStyle/>
        <a:p>
          <a:endParaRPr lang="en-US"/>
        </a:p>
      </dgm:t>
    </dgm:pt>
    <dgm:pt modelId="{0D498C49-0839-4FAB-884A-E34DCE6C8E39}" type="sibTrans" cxnId="{0E6532DE-0CEB-4DE5-9B94-B1F71C02034C}">
      <dgm:prSet/>
      <dgm:spPr/>
      <dgm:t>
        <a:bodyPr/>
        <a:lstStyle/>
        <a:p>
          <a:endParaRPr lang="en-US"/>
        </a:p>
      </dgm:t>
    </dgm:pt>
    <dgm:pt modelId="{F0B7EEFF-CA05-4E15-9974-67535E61E2D8}" type="pres">
      <dgm:prSet presAssocID="{C15CADF0-AF95-4A08-BCE6-AC9E408EFCF8}" presName="root" presStyleCnt="0">
        <dgm:presLayoutVars>
          <dgm:dir/>
          <dgm:resizeHandles val="exact"/>
        </dgm:presLayoutVars>
      </dgm:prSet>
      <dgm:spPr/>
    </dgm:pt>
    <dgm:pt modelId="{4B2EAA9C-1563-43FF-8EE8-087974FF4C8F}" type="pres">
      <dgm:prSet presAssocID="{D961615B-2CD0-44FC-BDE7-366CA800925E}" presName="compNode" presStyleCnt="0"/>
      <dgm:spPr/>
    </dgm:pt>
    <dgm:pt modelId="{D5B3E519-0982-4827-A965-0ADAEFD3444A}" type="pres">
      <dgm:prSet presAssocID="{D961615B-2CD0-44FC-BDE7-366CA800925E}" presName="iconBgRect" presStyleLbl="bgShp" presStyleIdx="0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B3B9090B-554D-4518-8699-99EA2AD5345F}" type="pres">
      <dgm:prSet presAssocID="{D961615B-2CD0-44FC-BDE7-366CA800925E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grammer"/>
        </a:ext>
      </dgm:extLst>
    </dgm:pt>
    <dgm:pt modelId="{F51A2B83-50EA-419F-AFCE-38F6A9D6AFBE}" type="pres">
      <dgm:prSet presAssocID="{D961615B-2CD0-44FC-BDE7-366CA800925E}" presName="spaceRect" presStyleCnt="0"/>
      <dgm:spPr/>
    </dgm:pt>
    <dgm:pt modelId="{92D39707-7EA3-42E2-93CC-140E394B61DA}" type="pres">
      <dgm:prSet presAssocID="{D961615B-2CD0-44FC-BDE7-366CA800925E}" presName="textRect" presStyleLbl="revTx" presStyleIdx="0" presStyleCnt="3">
        <dgm:presLayoutVars>
          <dgm:chMax val="1"/>
          <dgm:chPref val="1"/>
        </dgm:presLayoutVars>
      </dgm:prSet>
      <dgm:spPr/>
    </dgm:pt>
    <dgm:pt modelId="{6B9ED4E6-1E32-4393-BE4C-93CC745FDF71}" type="pres">
      <dgm:prSet presAssocID="{4841A5CA-10C5-456E-9ECE-A69DADCE9E53}" presName="sibTrans" presStyleCnt="0"/>
      <dgm:spPr/>
    </dgm:pt>
    <dgm:pt modelId="{F2A1716F-00CC-4B75-8230-80A31FCEDBA9}" type="pres">
      <dgm:prSet presAssocID="{FE797EA8-10BB-4EA2-B070-785602CEA8DB}" presName="compNode" presStyleCnt="0"/>
      <dgm:spPr/>
    </dgm:pt>
    <dgm:pt modelId="{F4C71C4F-845E-4D72-9ECB-31040491CE88}" type="pres">
      <dgm:prSet presAssocID="{FE797EA8-10BB-4EA2-B070-785602CEA8DB}" presName="iconBgRect" presStyleLbl="bgShp" presStyleIdx="1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90D73185-9F40-4085-B84F-9D5ED44BE3CB}" type="pres">
      <dgm:prSet presAssocID="{FE797EA8-10BB-4EA2-B070-785602CEA8DB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4414430A-E9A0-4063-9757-AF3E76B9BE2C}" type="pres">
      <dgm:prSet presAssocID="{FE797EA8-10BB-4EA2-B070-785602CEA8DB}" presName="spaceRect" presStyleCnt="0"/>
      <dgm:spPr/>
    </dgm:pt>
    <dgm:pt modelId="{0115D6E5-56AC-4DC0-8A71-B3A5E4E6C13C}" type="pres">
      <dgm:prSet presAssocID="{FE797EA8-10BB-4EA2-B070-785602CEA8DB}" presName="textRect" presStyleLbl="revTx" presStyleIdx="1" presStyleCnt="3">
        <dgm:presLayoutVars>
          <dgm:chMax val="1"/>
          <dgm:chPref val="1"/>
        </dgm:presLayoutVars>
      </dgm:prSet>
      <dgm:spPr/>
    </dgm:pt>
    <dgm:pt modelId="{66B17F17-0DA8-4329-B8AF-4EAA300F372D}" type="pres">
      <dgm:prSet presAssocID="{8259D05D-3250-427A-946D-660408022338}" presName="sibTrans" presStyleCnt="0"/>
      <dgm:spPr/>
    </dgm:pt>
    <dgm:pt modelId="{EA424618-0075-4780-ABB6-C691173AED2A}" type="pres">
      <dgm:prSet presAssocID="{6FB8D894-3554-4C75-A6BC-989E3B4BC32E}" presName="compNode" presStyleCnt="0"/>
      <dgm:spPr/>
    </dgm:pt>
    <dgm:pt modelId="{7D5F0011-4260-4D51-95A7-BBB8EFD92A2C}" type="pres">
      <dgm:prSet presAssocID="{6FB8D894-3554-4C75-A6BC-989E3B4BC32E}" presName="iconBgRect" presStyleLbl="bgShp" presStyleIdx="2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C61F9F38-A106-4E99-875C-F460FB14F5E8}" type="pres">
      <dgm:prSet presAssocID="{6FB8D894-3554-4C75-A6BC-989E3B4BC32E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unglasses Face Outline"/>
        </a:ext>
      </dgm:extLst>
    </dgm:pt>
    <dgm:pt modelId="{B69E5E50-ABFD-4A16-9D4A-D2CC3A7B3D28}" type="pres">
      <dgm:prSet presAssocID="{6FB8D894-3554-4C75-A6BC-989E3B4BC32E}" presName="spaceRect" presStyleCnt="0"/>
      <dgm:spPr/>
    </dgm:pt>
    <dgm:pt modelId="{23D8E1A7-2F53-44B4-BA0C-C96929235E38}" type="pres">
      <dgm:prSet presAssocID="{6FB8D894-3554-4C75-A6BC-989E3B4BC32E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B639A30E-4C56-1A4E-9512-60B8E9E37CAE}" type="presOf" srcId="{FE797EA8-10BB-4EA2-B070-785602CEA8DB}" destId="{0115D6E5-56AC-4DC0-8A71-B3A5E4E6C13C}" srcOrd="0" destOrd="0" presId="urn:microsoft.com/office/officeart/2018/5/layout/IconLeafLabelList"/>
    <dgm:cxn modelId="{98085C11-B5D6-4A44-9FB6-519ECB3EE4D6}" srcId="{C15CADF0-AF95-4A08-BCE6-AC9E408EFCF8}" destId="{FE797EA8-10BB-4EA2-B070-785602CEA8DB}" srcOrd="1" destOrd="0" parTransId="{39EB3989-1A4C-4FD9-A224-9DB262A10CB9}" sibTransId="{8259D05D-3250-427A-946D-660408022338}"/>
    <dgm:cxn modelId="{26693139-410E-B244-9FC3-AF22C1870010}" type="presOf" srcId="{6FB8D894-3554-4C75-A6BC-989E3B4BC32E}" destId="{23D8E1A7-2F53-44B4-BA0C-C96929235E38}" srcOrd="0" destOrd="0" presId="urn:microsoft.com/office/officeart/2018/5/layout/IconLeafLabelList"/>
    <dgm:cxn modelId="{14344742-C838-BE4D-9BA8-826EB3550652}" type="presOf" srcId="{C15CADF0-AF95-4A08-BCE6-AC9E408EFCF8}" destId="{F0B7EEFF-CA05-4E15-9974-67535E61E2D8}" srcOrd="0" destOrd="0" presId="urn:microsoft.com/office/officeart/2018/5/layout/IconLeafLabelList"/>
    <dgm:cxn modelId="{4ECEA455-0618-4A43-AF60-882FD7D6021F}" srcId="{C15CADF0-AF95-4A08-BCE6-AC9E408EFCF8}" destId="{D961615B-2CD0-44FC-BDE7-366CA800925E}" srcOrd="0" destOrd="0" parTransId="{11D914C4-9F9A-4703-834F-DBF6D4B81E5E}" sibTransId="{4841A5CA-10C5-456E-9ECE-A69DADCE9E53}"/>
    <dgm:cxn modelId="{0E6532DE-0CEB-4DE5-9B94-B1F71C02034C}" srcId="{C15CADF0-AF95-4A08-BCE6-AC9E408EFCF8}" destId="{6FB8D894-3554-4C75-A6BC-989E3B4BC32E}" srcOrd="2" destOrd="0" parTransId="{DAE27367-519A-485E-B928-1AADBCD50148}" sibTransId="{0D498C49-0839-4FAB-884A-E34DCE6C8E39}"/>
    <dgm:cxn modelId="{7B8417F6-2E51-C848-982E-73D46AFD79FE}" type="presOf" srcId="{D961615B-2CD0-44FC-BDE7-366CA800925E}" destId="{92D39707-7EA3-42E2-93CC-140E394B61DA}" srcOrd="0" destOrd="0" presId="urn:microsoft.com/office/officeart/2018/5/layout/IconLeafLabelList"/>
    <dgm:cxn modelId="{BEF19B61-D269-784F-9577-35A7BB9FD6E4}" type="presParOf" srcId="{F0B7EEFF-CA05-4E15-9974-67535E61E2D8}" destId="{4B2EAA9C-1563-43FF-8EE8-087974FF4C8F}" srcOrd="0" destOrd="0" presId="urn:microsoft.com/office/officeart/2018/5/layout/IconLeafLabelList"/>
    <dgm:cxn modelId="{CD313B4D-210F-9D48-ACBA-2153639428BF}" type="presParOf" srcId="{4B2EAA9C-1563-43FF-8EE8-087974FF4C8F}" destId="{D5B3E519-0982-4827-A965-0ADAEFD3444A}" srcOrd="0" destOrd="0" presId="urn:microsoft.com/office/officeart/2018/5/layout/IconLeafLabelList"/>
    <dgm:cxn modelId="{B9C45246-67A4-A341-BAC0-B5A71A4CE45B}" type="presParOf" srcId="{4B2EAA9C-1563-43FF-8EE8-087974FF4C8F}" destId="{B3B9090B-554D-4518-8699-99EA2AD5345F}" srcOrd="1" destOrd="0" presId="urn:microsoft.com/office/officeart/2018/5/layout/IconLeafLabelList"/>
    <dgm:cxn modelId="{6211F2A0-0648-3C48-85AF-84369A1B8C4F}" type="presParOf" srcId="{4B2EAA9C-1563-43FF-8EE8-087974FF4C8F}" destId="{F51A2B83-50EA-419F-AFCE-38F6A9D6AFBE}" srcOrd="2" destOrd="0" presId="urn:microsoft.com/office/officeart/2018/5/layout/IconLeafLabelList"/>
    <dgm:cxn modelId="{C905266A-E09C-C24C-A8A6-96C698F57F72}" type="presParOf" srcId="{4B2EAA9C-1563-43FF-8EE8-087974FF4C8F}" destId="{92D39707-7EA3-42E2-93CC-140E394B61DA}" srcOrd="3" destOrd="0" presId="urn:microsoft.com/office/officeart/2018/5/layout/IconLeafLabelList"/>
    <dgm:cxn modelId="{7803900B-D5F1-4B45-A11D-629170129B67}" type="presParOf" srcId="{F0B7EEFF-CA05-4E15-9974-67535E61E2D8}" destId="{6B9ED4E6-1E32-4393-BE4C-93CC745FDF71}" srcOrd="1" destOrd="0" presId="urn:microsoft.com/office/officeart/2018/5/layout/IconLeafLabelList"/>
    <dgm:cxn modelId="{7768EE05-F5C6-5E41-9B14-54D4F728742F}" type="presParOf" srcId="{F0B7EEFF-CA05-4E15-9974-67535E61E2D8}" destId="{F2A1716F-00CC-4B75-8230-80A31FCEDBA9}" srcOrd="2" destOrd="0" presId="urn:microsoft.com/office/officeart/2018/5/layout/IconLeafLabelList"/>
    <dgm:cxn modelId="{A489A5CA-7913-8343-819E-4BD4D9D1AE0C}" type="presParOf" srcId="{F2A1716F-00CC-4B75-8230-80A31FCEDBA9}" destId="{F4C71C4F-845E-4D72-9ECB-31040491CE88}" srcOrd="0" destOrd="0" presId="urn:microsoft.com/office/officeart/2018/5/layout/IconLeafLabelList"/>
    <dgm:cxn modelId="{6E7C7A63-8D37-024C-9390-E67F5D81DD1E}" type="presParOf" srcId="{F2A1716F-00CC-4B75-8230-80A31FCEDBA9}" destId="{90D73185-9F40-4085-B84F-9D5ED44BE3CB}" srcOrd="1" destOrd="0" presId="urn:microsoft.com/office/officeart/2018/5/layout/IconLeafLabelList"/>
    <dgm:cxn modelId="{B081F4F7-35AE-5641-8336-E2115E3782FC}" type="presParOf" srcId="{F2A1716F-00CC-4B75-8230-80A31FCEDBA9}" destId="{4414430A-E9A0-4063-9757-AF3E76B9BE2C}" srcOrd="2" destOrd="0" presId="urn:microsoft.com/office/officeart/2018/5/layout/IconLeafLabelList"/>
    <dgm:cxn modelId="{D7E56242-56C1-0444-AC97-BC6AA69EB3B2}" type="presParOf" srcId="{F2A1716F-00CC-4B75-8230-80A31FCEDBA9}" destId="{0115D6E5-56AC-4DC0-8A71-B3A5E4E6C13C}" srcOrd="3" destOrd="0" presId="urn:microsoft.com/office/officeart/2018/5/layout/IconLeafLabelList"/>
    <dgm:cxn modelId="{C877CACE-C6D0-6E41-AE7B-AC08180FE619}" type="presParOf" srcId="{F0B7EEFF-CA05-4E15-9974-67535E61E2D8}" destId="{66B17F17-0DA8-4329-B8AF-4EAA300F372D}" srcOrd="3" destOrd="0" presId="urn:microsoft.com/office/officeart/2018/5/layout/IconLeafLabelList"/>
    <dgm:cxn modelId="{894DA456-013B-F84A-9662-BF72AC8FAA15}" type="presParOf" srcId="{F0B7EEFF-CA05-4E15-9974-67535E61E2D8}" destId="{EA424618-0075-4780-ABB6-C691173AED2A}" srcOrd="4" destOrd="0" presId="urn:microsoft.com/office/officeart/2018/5/layout/IconLeafLabelList"/>
    <dgm:cxn modelId="{BBC0DD28-1CF1-5A46-9E79-1FAAB02216E4}" type="presParOf" srcId="{EA424618-0075-4780-ABB6-C691173AED2A}" destId="{7D5F0011-4260-4D51-95A7-BBB8EFD92A2C}" srcOrd="0" destOrd="0" presId="urn:microsoft.com/office/officeart/2018/5/layout/IconLeafLabelList"/>
    <dgm:cxn modelId="{5CEE72D1-F33A-C548-BC28-2BC959D0504D}" type="presParOf" srcId="{EA424618-0075-4780-ABB6-C691173AED2A}" destId="{C61F9F38-A106-4E99-875C-F460FB14F5E8}" srcOrd="1" destOrd="0" presId="urn:microsoft.com/office/officeart/2018/5/layout/IconLeafLabelList"/>
    <dgm:cxn modelId="{71626F75-7C50-7342-9A99-2EB803B829BE}" type="presParOf" srcId="{EA424618-0075-4780-ABB6-C691173AED2A}" destId="{B69E5E50-ABFD-4A16-9D4A-D2CC3A7B3D28}" srcOrd="2" destOrd="0" presId="urn:microsoft.com/office/officeart/2018/5/layout/IconLeafLabelList"/>
    <dgm:cxn modelId="{A8F9D5EA-4301-0040-A49F-82273FABDF55}" type="presParOf" srcId="{EA424618-0075-4780-ABB6-C691173AED2A}" destId="{23D8E1A7-2F53-44B4-BA0C-C96929235E38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433F460-2F34-2649-B97A-6B64596D4554}">
      <dsp:nvSpPr>
        <dsp:cNvPr id="0" name=""/>
        <dsp:cNvSpPr/>
      </dsp:nvSpPr>
      <dsp:spPr>
        <a:xfrm>
          <a:off x="2310" y="892539"/>
          <a:ext cx="1833041" cy="2566258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911" tIns="330200" rIns="142911" bIns="33020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Install Python from python.org ✅</a:t>
          </a:r>
        </a:p>
      </dsp:txBody>
      <dsp:txXfrm>
        <a:off x="2310" y="1867718"/>
        <a:ext cx="1833041" cy="1539754"/>
      </dsp:txXfrm>
    </dsp:sp>
    <dsp:sp modelId="{4B763AFD-9FD3-EB4B-8D18-AFF5DB3D0235}">
      <dsp:nvSpPr>
        <dsp:cNvPr id="0" name=""/>
        <dsp:cNvSpPr/>
      </dsp:nvSpPr>
      <dsp:spPr>
        <a:xfrm>
          <a:off x="533892" y="1149165"/>
          <a:ext cx="769877" cy="769877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023" tIns="12700" rIns="60023" bIns="12700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1</a:t>
          </a:r>
        </a:p>
      </dsp:txBody>
      <dsp:txXfrm>
        <a:off x="646638" y="1261911"/>
        <a:ext cx="544385" cy="544385"/>
      </dsp:txXfrm>
    </dsp:sp>
    <dsp:sp modelId="{8A3B2C9D-1818-1549-ABEC-6CEA4A2C1321}">
      <dsp:nvSpPr>
        <dsp:cNvPr id="0" name=""/>
        <dsp:cNvSpPr/>
      </dsp:nvSpPr>
      <dsp:spPr>
        <a:xfrm>
          <a:off x="2310" y="3458726"/>
          <a:ext cx="1833041" cy="72"/>
        </a:xfrm>
        <a:prstGeom prst="rect">
          <a:avLst/>
        </a:prstGeom>
        <a:solidFill>
          <a:schemeClr val="accent2">
            <a:hueOff val="668789"/>
            <a:satOff val="-834"/>
            <a:lumOff val="196"/>
            <a:alphaOff val="0"/>
          </a:schemeClr>
        </a:solidFill>
        <a:ln w="25400" cap="flat" cmpd="sng" algn="ctr">
          <a:solidFill>
            <a:schemeClr val="accent2">
              <a:hueOff val="668789"/>
              <a:satOff val="-834"/>
              <a:lumOff val="19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4455441-86FE-D74F-95B4-C9D32D97BCA9}">
      <dsp:nvSpPr>
        <dsp:cNvPr id="0" name=""/>
        <dsp:cNvSpPr/>
      </dsp:nvSpPr>
      <dsp:spPr>
        <a:xfrm>
          <a:off x="2018656" y="892539"/>
          <a:ext cx="1833041" cy="2566258"/>
        </a:xfrm>
        <a:prstGeom prst="rect">
          <a:avLst/>
        </a:prstGeom>
        <a:solidFill>
          <a:schemeClr val="accent2">
            <a:tint val="40000"/>
            <a:alpha val="90000"/>
            <a:hueOff val="1675274"/>
            <a:satOff val="-1459"/>
            <a:lumOff val="-2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1675274"/>
              <a:satOff val="-1459"/>
              <a:lumOff val="-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911" tIns="330200" rIns="142911" bIns="33020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Use a code playground like IDLE or VS Code 🎨</a:t>
          </a:r>
        </a:p>
      </dsp:txBody>
      <dsp:txXfrm>
        <a:off x="2018656" y="1867718"/>
        <a:ext cx="1833041" cy="1539754"/>
      </dsp:txXfrm>
    </dsp:sp>
    <dsp:sp modelId="{D9076C4B-9EA0-D643-8360-408E7D3D715F}">
      <dsp:nvSpPr>
        <dsp:cNvPr id="0" name=""/>
        <dsp:cNvSpPr/>
      </dsp:nvSpPr>
      <dsp:spPr>
        <a:xfrm>
          <a:off x="2550238" y="1149165"/>
          <a:ext cx="769877" cy="769877"/>
        </a:xfrm>
        <a:prstGeom prst="ellipse">
          <a:avLst/>
        </a:prstGeom>
        <a:solidFill>
          <a:schemeClr val="accent2">
            <a:hueOff val="1337577"/>
            <a:satOff val="-1668"/>
            <a:lumOff val="392"/>
            <a:alphaOff val="0"/>
          </a:schemeClr>
        </a:solidFill>
        <a:ln w="25400" cap="flat" cmpd="sng" algn="ctr">
          <a:solidFill>
            <a:schemeClr val="accent2">
              <a:hueOff val="1337577"/>
              <a:satOff val="-1668"/>
              <a:lumOff val="39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023" tIns="12700" rIns="60023" bIns="12700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2</a:t>
          </a:r>
        </a:p>
      </dsp:txBody>
      <dsp:txXfrm>
        <a:off x="2662984" y="1261911"/>
        <a:ext cx="544385" cy="544385"/>
      </dsp:txXfrm>
    </dsp:sp>
    <dsp:sp modelId="{FD32473E-25D2-2F47-BC0C-307B0FFCFE90}">
      <dsp:nvSpPr>
        <dsp:cNvPr id="0" name=""/>
        <dsp:cNvSpPr/>
      </dsp:nvSpPr>
      <dsp:spPr>
        <a:xfrm>
          <a:off x="2018656" y="3458726"/>
          <a:ext cx="1833041" cy="72"/>
        </a:xfrm>
        <a:prstGeom prst="rect">
          <a:avLst/>
        </a:prstGeom>
        <a:solidFill>
          <a:schemeClr val="accent2">
            <a:hueOff val="2006366"/>
            <a:satOff val="-2502"/>
            <a:lumOff val="588"/>
            <a:alphaOff val="0"/>
          </a:schemeClr>
        </a:solidFill>
        <a:ln w="25400" cap="flat" cmpd="sng" algn="ctr">
          <a:solidFill>
            <a:schemeClr val="accent2">
              <a:hueOff val="2006366"/>
              <a:satOff val="-2502"/>
              <a:lumOff val="58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543416C-C8EC-1648-B597-88ABBFC8EA31}">
      <dsp:nvSpPr>
        <dsp:cNvPr id="0" name=""/>
        <dsp:cNvSpPr/>
      </dsp:nvSpPr>
      <dsp:spPr>
        <a:xfrm>
          <a:off x="4035002" y="892539"/>
          <a:ext cx="1833041" cy="2566258"/>
        </a:xfrm>
        <a:prstGeom prst="rect">
          <a:avLst/>
        </a:prstGeom>
        <a:solidFill>
          <a:schemeClr val="accent2">
            <a:tint val="40000"/>
            <a:alpha val="90000"/>
            <a:hueOff val="3350547"/>
            <a:satOff val="-2919"/>
            <a:lumOff val="-4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3350547"/>
              <a:satOff val="-2919"/>
              <a:lumOff val="-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911" tIns="330200" rIns="142911" bIns="33020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Type this to say hello:</a:t>
          </a:r>
        </a:p>
      </dsp:txBody>
      <dsp:txXfrm>
        <a:off x="4035002" y="1867718"/>
        <a:ext cx="1833041" cy="1539754"/>
      </dsp:txXfrm>
    </dsp:sp>
    <dsp:sp modelId="{A0E892DE-BE8C-3E4B-ABA3-814364EDDEAA}">
      <dsp:nvSpPr>
        <dsp:cNvPr id="0" name=""/>
        <dsp:cNvSpPr/>
      </dsp:nvSpPr>
      <dsp:spPr>
        <a:xfrm>
          <a:off x="4566584" y="1149165"/>
          <a:ext cx="769877" cy="769877"/>
        </a:xfrm>
        <a:prstGeom prst="ellipse">
          <a:avLst/>
        </a:prstGeom>
        <a:solidFill>
          <a:schemeClr val="accent2">
            <a:hueOff val="2675154"/>
            <a:satOff val="-3337"/>
            <a:lumOff val="785"/>
            <a:alphaOff val="0"/>
          </a:schemeClr>
        </a:solidFill>
        <a:ln w="25400" cap="flat" cmpd="sng" algn="ctr">
          <a:solidFill>
            <a:schemeClr val="accent2">
              <a:hueOff val="2675154"/>
              <a:satOff val="-3337"/>
              <a:lumOff val="78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023" tIns="12700" rIns="60023" bIns="12700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3</a:t>
          </a:r>
        </a:p>
      </dsp:txBody>
      <dsp:txXfrm>
        <a:off x="4679330" y="1261911"/>
        <a:ext cx="544385" cy="544385"/>
      </dsp:txXfrm>
    </dsp:sp>
    <dsp:sp modelId="{10D5CA86-F4B3-BB4C-B083-214B1A8252B4}">
      <dsp:nvSpPr>
        <dsp:cNvPr id="0" name=""/>
        <dsp:cNvSpPr/>
      </dsp:nvSpPr>
      <dsp:spPr>
        <a:xfrm>
          <a:off x="4035002" y="3458726"/>
          <a:ext cx="1833041" cy="72"/>
        </a:xfrm>
        <a:prstGeom prst="rect">
          <a:avLst/>
        </a:prstGeom>
        <a:solidFill>
          <a:schemeClr val="accent2">
            <a:hueOff val="3343943"/>
            <a:satOff val="-4171"/>
            <a:lumOff val="981"/>
            <a:alphaOff val="0"/>
          </a:schemeClr>
        </a:solidFill>
        <a:ln w="25400" cap="flat" cmpd="sng" algn="ctr">
          <a:solidFill>
            <a:schemeClr val="accent2">
              <a:hueOff val="3343943"/>
              <a:satOff val="-4171"/>
              <a:lumOff val="981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619EC98-FB60-EB49-8C7D-43C965924787}">
      <dsp:nvSpPr>
        <dsp:cNvPr id="0" name=""/>
        <dsp:cNvSpPr/>
      </dsp:nvSpPr>
      <dsp:spPr>
        <a:xfrm>
          <a:off x="6051347" y="892539"/>
          <a:ext cx="1833041" cy="2566258"/>
        </a:xfrm>
        <a:prstGeom prst="rect">
          <a:avLst/>
        </a:prstGeom>
        <a:solidFill>
          <a:schemeClr val="accent2">
            <a:tint val="40000"/>
            <a:alpha val="90000"/>
            <a:hueOff val="5025821"/>
            <a:satOff val="-4378"/>
            <a:lumOff val="-6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5025821"/>
              <a:satOff val="-4378"/>
              <a:lumOff val="-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911" tIns="330200" rIns="142911" bIns="33020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print("Hello, World!")</a:t>
          </a:r>
        </a:p>
      </dsp:txBody>
      <dsp:txXfrm>
        <a:off x="6051347" y="1867718"/>
        <a:ext cx="1833041" cy="1539754"/>
      </dsp:txXfrm>
    </dsp:sp>
    <dsp:sp modelId="{D65F74FB-1D57-AF49-B864-3D79453332A5}">
      <dsp:nvSpPr>
        <dsp:cNvPr id="0" name=""/>
        <dsp:cNvSpPr/>
      </dsp:nvSpPr>
      <dsp:spPr>
        <a:xfrm>
          <a:off x="6582929" y="1149165"/>
          <a:ext cx="769877" cy="769877"/>
        </a:xfrm>
        <a:prstGeom prst="ellipse">
          <a:avLst/>
        </a:prstGeom>
        <a:solidFill>
          <a:schemeClr val="accent2">
            <a:hueOff val="4012731"/>
            <a:satOff val="-5005"/>
            <a:lumOff val="1177"/>
            <a:alphaOff val="0"/>
          </a:schemeClr>
        </a:solidFill>
        <a:ln w="25400" cap="flat" cmpd="sng" algn="ctr">
          <a:solidFill>
            <a:schemeClr val="accent2">
              <a:hueOff val="4012731"/>
              <a:satOff val="-5005"/>
              <a:lumOff val="1177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023" tIns="12700" rIns="60023" bIns="12700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4</a:t>
          </a:r>
        </a:p>
      </dsp:txBody>
      <dsp:txXfrm>
        <a:off x="6695675" y="1261911"/>
        <a:ext cx="544385" cy="544385"/>
      </dsp:txXfrm>
    </dsp:sp>
    <dsp:sp modelId="{43E7F7F7-11EC-E54C-9F6A-0AE6AF17987F}">
      <dsp:nvSpPr>
        <dsp:cNvPr id="0" name=""/>
        <dsp:cNvSpPr/>
      </dsp:nvSpPr>
      <dsp:spPr>
        <a:xfrm>
          <a:off x="6051347" y="3458726"/>
          <a:ext cx="1833041" cy="72"/>
        </a:xfrm>
        <a:prstGeom prst="rect">
          <a:avLst/>
        </a:prstGeom>
        <a:solidFill>
          <a:schemeClr val="accent2">
            <a:hueOff val="4681520"/>
            <a:satOff val="-5839"/>
            <a:lumOff val="1373"/>
            <a:alphaOff val="0"/>
          </a:schemeClr>
        </a:solidFill>
        <a:ln w="25400" cap="flat" cmpd="sng" algn="ctr">
          <a:solidFill>
            <a:schemeClr val="accent2">
              <a:hueOff val="4681520"/>
              <a:satOff val="-5839"/>
              <a:lumOff val="137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9F23037-3559-40EB-A12A-C70C2B9E60EB}">
      <dsp:nvSpPr>
        <dsp:cNvPr id="0" name=""/>
        <dsp:cNvSpPr/>
      </dsp:nvSpPr>
      <dsp:spPr>
        <a:xfrm>
          <a:off x="0" y="4307"/>
          <a:ext cx="4773168" cy="9175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0C3CCCF-0994-4428-9070-58060803E234}">
      <dsp:nvSpPr>
        <dsp:cNvPr id="0" name=""/>
        <dsp:cNvSpPr/>
      </dsp:nvSpPr>
      <dsp:spPr>
        <a:xfrm>
          <a:off x="277554" y="210753"/>
          <a:ext cx="504644" cy="50464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5226E2F-8B30-481C-AA99-1E2893536462}">
      <dsp:nvSpPr>
        <dsp:cNvPr id="0" name=""/>
        <dsp:cNvSpPr/>
      </dsp:nvSpPr>
      <dsp:spPr>
        <a:xfrm>
          <a:off x="1059754" y="4307"/>
          <a:ext cx="3713413" cy="9175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106" tIns="97106" rIns="97106" bIns="9710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Must start</a:t>
          </a:r>
          <a:r>
            <a:rPr lang="en-US" sz="1900" kern="1200"/>
            <a:t> with a letter (a-z, A-Z) or underscore (_)</a:t>
          </a:r>
        </a:p>
      </dsp:txBody>
      <dsp:txXfrm>
        <a:off x="1059754" y="4307"/>
        <a:ext cx="3713413" cy="917536"/>
      </dsp:txXfrm>
    </dsp:sp>
    <dsp:sp modelId="{B43C7E6D-EB53-45F6-8950-F75E94F02B7A}">
      <dsp:nvSpPr>
        <dsp:cNvPr id="0" name=""/>
        <dsp:cNvSpPr/>
      </dsp:nvSpPr>
      <dsp:spPr>
        <a:xfrm>
          <a:off x="0" y="1151227"/>
          <a:ext cx="4773168" cy="9175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BECEDE7-C807-4BD0-A977-60A42F9C899B}">
      <dsp:nvSpPr>
        <dsp:cNvPr id="0" name=""/>
        <dsp:cNvSpPr/>
      </dsp:nvSpPr>
      <dsp:spPr>
        <a:xfrm>
          <a:off x="277554" y="1357673"/>
          <a:ext cx="504644" cy="50464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C096C1A-1D87-44C2-A7DF-989EFA61CC85}">
      <dsp:nvSpPr>
        <dsp:cNvPr id="0" name=""/>
        <dsp:cNvSpPr/>
      </dsp:nvSpPr>
      <dsp:spPr>
        <a:xfrm>
          <a:off x="1059754" y="1151227"/>
          <a:ext cx="3713413" cy="9175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106" tIns="97106" rIns="97106" bIns="9710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Can contain</a:t>
          </a:r>
          <a:r>
            <a:rPr lang="en-US" sz="1900" kern="1200"/>
            <a:t> letters, numbers, and underscores</a:t>
          </a:r>
        </a:p>
      </dsp:txBody>
      <dsp:txXfrm>
        <a:off x="1059754" y="1151227"/>
        <a:ext cx="3713413" cy="917536"/>
      </dsp:txXfrm>
    </dsp:sp>
    <dsp:sp modelId="{4A70FEBA-5B0C-4909-9E62-F1E074EFFB3D}">
      <dsp:nvSpPr>
        <dsp:cNvPr id="0" name=""/>
        <dsp:cNvSpPr/>
      </dsp:nvSpPr>
      <dsp:spPr>
        <a:xfrm>
          <a:off x="0" y="2298147"/>
          <a:ext cx="4773168" cy="9175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21C7B5E-F809-4E75-A7E2-ABC4B5214DC1}">
      <dsp:nvSpPr>
        <dsp:cNvPr id="0" name=""/>
        <dsp:cNvSpPr/>
      </dsp:nvSpPr>
      <dsp:spPr>
        <a:xfrm>
          <a:off x="277554" y="2504593"/>
          <a:ext cx="504644" cy="50464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9EFC649-B672-4110-9F8D-0265BA97CD58}">
      <dsp:nvSpPr>
        <dsp:cNvPr id="0" name=""/>
        <dsp:cNvSpPr/>
      </dsp:nvSpPr>
      <dsp:spPr>
        <a:xfrm>
          <a:off x="1059754" y="2298147"/>
          <a:ext cx="3713413" cy="9175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106" tIns="97106" rIns="97106" bIns="9710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Cannot contain</a:t>
          </a:r>
          <a:r>
            <a:rPr lang="en-US" sz="1900" kern="1200"/>
            <a:t> spaces or special characters (@, #, $, etc.) </a:t>
          </a:r>
        </a:p>
      </dsp:txBody>
      <dsp:txXfrm>
        <a:off x="1059754" y="2298147"/>
        <a:ext cx="3713413" cy="917536"/>
      </dsp:txXfrm>
    </dsp:sp>
    <dsp:sp modelId="{E9BAEB85-9C06-4AFB-8C8F-504CCA695E7F}">
      <dsp:nvSpPr>
        <dsp:cNvPr id="0" name=""/>
        <dsp:cNvSpPr/>
      </dsp:nvSpPr>
      <dsp:spPr>
        <a:xfrm>
          <a:off x="0" y="3445068"/>
          <a:ext cx="4773168" cy="9175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B438E68-584E-4E70-BFD9-344DE3DB5C93}">
      <dsp:nvSpPr>
        <dsp:cNvPr id="0" name=""/>
        <dsp:cNvSpPr/>
      </dsp:nvSpPr>
      <dsp:spPr>
        <a:xfrm>
          <a:off x="277554" y="3651513"/>
          <a:ext cx="504644" cy="504644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C79DFBF-0046-4641-A95F-871A9CDF39B5}">
      <dsp:nvSpPr>
        <dsp:cNvPr id="0" name=""/>
        <dsp:cNvSpPr/>
      </dsp:nvSpPr>
      <dsp:spPr>
        <a:xfrm>
          <a:off x="1059754" y="3445068"/>
          <a:ext cx="3713413" cy="9175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106" tIns="97106" rIns="97106" bIns="9710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 dirty="0"/>
            <a:t>Case-sensitive</a:t>
          </a:r>
          <a:r>
            <a:rPr lang="en-US" sz="1900" kern="1200" dirty="0"/>
            <a:t> (name and Name are different variables)</a:t>
          </a:r>
        </a:p>
      </dsp:txBody>
      <dsp:txXfrm>
        <a:off x="1059754" y="3445068"/>
        <a:ext cx="3713413" cy="917536"/>
      </dsp:txXfrm>
    </dsp:sp>
    <dsp:sp modelId="{DADB5128-92A7-44ED-820B-7BE1F5B74F50}">
      <dsp:nvSpPr>
        <dsp:cNvPr id="0" name=""/>
        <dsp:cNvSpPr/>
      </dsp:nvSpPr>
      <dsp:spPr>
        <a:xfrm>
          <a:off x="0" y="4591988"/>
          <a:ext cx="4773168" cy="9175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45323B5-A4E0-4F1B-AD2C-801859F68565}">
      <dsp:nvSpPr>
        <dsp:cNvPr id="0" name=""/>
        <dsp:cNvSpPr/>
      </dsp:nvSpPr>
      <dsp:spPr>
        <a:xfrm>
          <a:off x="277554" y="4798433"/>
          <a:ext cx="504644" cy="504644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A46385E-E17E-4DE4-8B57-967F5E699313}">
      <dsp:nvSpPr>
        <dsp:cNvPr id="0" name=""/>
        <dsp:cNvSpPr/>
      </dsp:nvSpPr>
      <dsp:spPr>
        <a:xfrm>
          <a:off x="1059754" y="4591988"/>
          <a:ext cx="3713413" cy="9175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106" tIns="97106" rIns="97106" bIns="9710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Cannot use</a:t>
          </a:r>
          <a:r>
            <a:rPr lang="en-US" sz="1900" kern="1200"/>
            <a:t> Python keywords (like if, for, while)</a:t>
          </a:r>
        </a:p>
      </dsp:txBody>
      <dsp:txXfrm>
        <a:off x="1059754" y="4591988"/>
        <a:ext cx="3713413" cy="91753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745BC39-BF67-084C-B642-423F2C1FA80A}">
      <dsp:nvSpPr>
        <dsp:cNvPr id="0" name=""/>
        <dsp:cNvSpPr/>
      </dsp:nvSpPr>
      <dsp:spPr>
        <a:xfrm>
          <a:off x="1577340" y="1359"/>
          <a:ext cx="6309360" cy="1393787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2419" tIns="354022" rIns="122419" bIns="354022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Use lowercase with underscores for variable names (snake_case)</a:t>
          </a:r>
        </a:p>
      </dsp:txBody>
      <dsp:txXfrm>
        <a:off x="1577340" y="1359"/>
        <a:ext cx="6309360" cy="1393787"/>
      </dsp:txXfrm>
    </dsp:sp>
    <dsp:sp modelId="{3EA9BE57-2674-9A4E-97C8-A5455C81D6E1}">
      <dsp:nvSpPr>
        <dsp:cNvPr id="0" name=""/>
        <dsp:cNvSpPr/>
      </dsp:nvSpPr>
      <dsp:spPr>
        <a:xfrm>
          <a:off x="0" y="1359"/>
          <a:ext cx="1577340" cy="139378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468" tIns="137675" rIns="83468" bIns="137675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Use</a:t>
          </a:r>
        </a:p>
      </dsp:txBody>
      <dsp:txXfrm>
        <a:off x="0" y="1359"/>
        <a:ext cx="1577340" cy="1393787"/>
      </dsp:txXfrm>
    </dsp:sp>
    <dsp:sp modelId="{D59BAB7E-B36E-C24D-A883-B4C56F3AB19E}">
      <dsp:nvSpPr>
        <dsp:cNvPr id="0" name=""/>
        <dsp:cNvSpPr/>
      </dsp:nvSpPr>
      <dsp:spPr>
        <a:xfrm>
          <a:off x="1577340" y="1478775"/>
          <a:ext cx="6309360" cy="1393787"/>
        </a:xfrm>
        <a:prstGeom prst="rect">
          <a:avLst/>
        </a:prstGeom>
        <a:solidFill>
          <a:schemeClr val="accent2">
            <a:hueOff val="2340760"/>
            <a:satOff val="-2919"/>
            <a:lumOff val="686"/>
            <a:alphaOff val="0"/>
          </a:schemeClr>
        </a:solidFill>
        <a:ln w="25400" cap="flat" cmpd="sng" algn="ctr">
          <a:solidFill>
            <a:schemeClr val="accent2">
              <a:hueOff val="2340760"/>
              <a:satOff val="-2919"/>
              <a:lumOff val="68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2419" tIns="354022" rIns="122419" bIns="354022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Use descriptive names that explain what the variable stores </a:t>
          </a:r>
        </a:p>
      </dsp:txBody>
      <dsp:txXfrm>
        <a:off x="1577340" y="1478775"/>
        <a:ext cx="6309360" cy="1393787"/>
      </dsp:txXfrm>
    </dsp:sp>
    <dsp:sp modelId="{21FE4615-994B-3E41-8708-9A75D218FC5E}">
      <dsp:nvSpPr>
        <dsp:cNvPr id="0" name=""/>
        <dsp:cNvSpPr/>
      </dsp:nvSpPr>
      <dsp:spPr>
        <a:xfrm>
          <a:off x="0" y="1478775"/>
          <a:ext cx="1577340" cy="139378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2340760"/>
              <a:satOff val="-2919"/>
              <a:lumOff val="68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468" tIns="137675" rIns="83468" bIns="137675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Use</a:t>
          </a:r>
        </a:p>
      </dsp:txBody>
      <dsp:txXfrm>
        <a:off x="0" y="1478775"/>
        <a:ext cx="1577340" cy="1393787"/>
      </dsp:txXfrm>
    </dsp:sp>
    <dsp:sp modelId="{626D02CE-109B-A74C-852A-B31EB226E2C0}">
      <dsp:nvSpPr>
        <dsp:cNvPr id="0" name=""/>
        <dsp:cNvSpPr/>
      </dsp:nvSpPr>
      <dsp:spPr>
        <a:xfrm>
          <a:off x="1577340" y="2956190"/>
          <a:ext cx="6309360" cy="1393787"/>
        </a:xfrm>
        <a:prstGeom prst="rect">
          <a:avLst/>
        </a:prstGeom>
        <a:solidFill>
          <a:schemeClr val="accent2">
            <a:hueOff val="4681520"/>
            <a:satOff val="-5839"/>
            <a:lumOff val="1373"/>
            <a:alphaOff val="0"/>
          </a:schemeClr>
        </a:solidFill>
        <a:ln w="25400" cap="flat" cmpd="sng" algn="ctr">
          <a:solidFill>
            <a:schemeClr val="accent2">
              <a:hueOff val="4681520"/>
              <a:satOff val="-5839"/>
              <a:lumOff val="137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2419" tIns="354022" rIns="122419" bIns="354022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Avoid single letters except for temporary counters</a:t>
          </a:r>
        </a:p>
      </dsp:txBody>
      <dsp:txXfrm>
        <a:off x="1577340" y="2956190"/>
        <a:ext cx="6309360" cy="1393787"/>
      </dsp:txXfrm>
    </dsp:sp>
    <dsp:sp modelId="{4674632A-3B5A-6246-BCB8-BF48029C59DC}">
      <dsp:nvSpPr>
        <dsp:cNvPr id="0" name=""/>
        <dsp:cNvSpPr/>
      </dsp:nvSpPr>
      <dsp:spPr>
        <a:xfrm>
          <a:off x="0" y="2956190"/>
          <a:ext cx="1577340" cy="139378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4681520"/>
              <a:satOff val="-5839"/>
              <a:lumOff val="137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468" tIns="137675" rIns="83468" bIns="137675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Avoid</a:t>
          </a:r>
        </a:p>
      </dsp:txBody>
      <dsp:txXfrm>
        <a:off x="0" y="2956190"/>
        <a:ext cx="1577340" cy="1393787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E3AA583-EE19-F746-8FD4-CBACFCA0DFD0}">
      <dsp:nvSpPr>
        <dsp:cNvPr id="0" name=""/>
        <dsp:cNvSpPr/>
      </dsp:nvSpPr>
      <dsp:spPr>
        <a:xfrm>
          <a:off x="0" y="2036370"/>
          <a:ext cx="5175384" cy="30239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925336B-B231-B14D-BD15-6BAA55E64CE8}">
      <dsp:nvSpPr>
        <dsp:cNvPr id="0" name=""/>
        <dsp:cNvSpPr/>
      </dsp:nvSpPr>
      <dsp:spPr>
        <a:xfrm>
          <a:off x="258769" y="1859250"/>
          <a:ext cx="3622768" cy="35424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6932" tIns="0" rIns="136932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/>
            <a:t>Exercise 1: Basic Variable Creation		</a:t>
          </a:r>
          <a:endParaRPr lang="en-US" sz="1200" kern="1200"/>
        </a:p>
      </dsp:txBody>
      <dsp:txXfrm>
        <a:off x="276062" y="1876543"/>
        <a:ext cx="3588182" cy="319654"/>
      </dsp:txXfrm>
    </dsp:sp>
    <dsp:sp modelId="{9030662A-F0DD-5146-8DEB-3C4677D72E87}">
      <dsp:nvSpPr>
        <dsp:cNvPr id="0" name=""/>
        <dsp:cNvSpPr/>
      </dsp:nvSpPr>
      <dsp:spPr>
        <a:xfrm>
          <a:off x="0" y="2580690"/>
          <a:ext cx="5175384" cy="109619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1667" tIns="249936" rIns="401667" bIns="85344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Your favorite movie (string)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The year it was released (integer)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Your rating out of 10 (float)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Whether you'd recommend it (</a:t>
          </a:r>
          <a:r>
            <a:rPr lang="en-US" sz="1200" kern="1200" dirty="0" err="1"/>
            <a:t>boolean</a:t>
          </a:r>
          <a:r>
            <a:rPr lang="en-US" sz="1200" kern="1200" dirty="0"/>
            <a:t>)</a:t>
          </a:r>
        </a:p>
      </dsp:txBody>
      <dsp:txXfrm>
        <a:off x="0" y="2580690"/>
        <a:ext cx="5175384" cy="1096199"/>
      </dsp:txXfrm>
    </dsp:sp>
    <dsp:sp modelId="{69B70C0C-079E-8D49-8A90-213B46377821}">
      <dsp:nvSpPr>
        <dsp:cNvPr id="0" name=""/>
        <dsp:cNvSpPr/>
      </dsp:nvSpPr>
      <dsp:spPr>
        <a:xfrm>
          <a:off x="258769" y="2403570"/>
          <a:ext cx="3622768" cy="35424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6932" tIns="0" rIns="136932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Create variables to store:</a:t>
          </a:r>
        </a:p>
      </dsp:txBody>
      <dsp:txXfrm>
        <a:off x="276062" y="2420863"/>
        <a:ext cx="3588182" cy="31965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C1FDA3E-653D-E649-82D3-1F5BCF157967}">
      <dsp:nvSpPr>
        <dsp:cNvPr id="0" name=""/>
        <dsp:cNvSpPr/>
      </dsp:nvSpPr>
      <dsp:spPr>
        <a:xfrm>
          <a:off x="0" y="1149420"/>
          <a:ext cx="5175384" cy="55439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7CAF1B6-F8DA-834B-A32A-44B67ACE6261}">
      <dsp:nvSpPr>
        <dsp:cNvPr id="0" name=""/>
        <dsp:cNvSpPr/>
      </dsp:nvSpPr>
      <dsp:spPr>
        <a:xfrm>
          <a:off x="258769" y="824700"/>
          <a:ext cx="3622768" cy="64944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6932" tIns="0" rIns="136932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/>
            <a:t>Exercise 2: User Information</a:t>
          </a:r>
          <a:endParaRPr lang="en-US" sz="2200" kern="1200"/>
        </a:p>
      </dsp:txBody>
      <dsp:txXfrm>
        <a:off x="290472" y="856403"/>
        <a:ext cx="3559362" cy="586034"/>
      </dsp:txXfrm>
    </dsp:sp>
    <dsp:sp modelId="{5DA5DC24-CABC-304A-896A-AD603C7EB717}">
      <dsp:nvSpPr>
        <dsp:cNvPr id="0" name=""/>
        <dsp:cNvSpPr/>
      </dsp:nvSpPr>
      <dsp:spPr>
        <a:xfrm>
          <a:off x="0" y="2147340"/>
          <a:ext cx="5175384" cy="256409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1667" tIns="458216" rIns="401667" bIns="156464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/>
            <a:t>Asks the user for their name, age, and favorite color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 dirty="0"/>
            <a:t>Stores these in appropriately named variables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/>
            <a:t>Prints a personalized message using all three pieces of information</a:t>
          </a:r>
        </a:p>
      </dsp:txBody>
      <dsp:txXfrm>
        <a:off x="0" y="2147340"/>
        <a:ext cx="5175384" cy="2564099"/>
      </dsp:txXfrm>
    </dsp:sp>
    <dsp:sp modelId="{558FAE1B-3AC3-FE4E-A837-CCA037314A8C}">
      <dsp:nvSpPr>
        <dsp:cNvPr id="0" name=""/>
        <dsp:cNvSpPr/>
      </dsp:nvSpPr>
      <dsp:spPr>
        <a:xfrm>
          <a:off x="258769" y="1822620"/>
          <a:ext cx="3622768" cy="64944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6932" tIns="0" rIns="136932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Write a program that:</a:t>
          </a:r>
        </a:p>
      </dsp:txBody>
      <dsp:txXfrm>
        <a:off x="290472" y="1854323"/>
        <a:ext cx="3559362" cy="586034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6944B39-9DEC-F648-ACD2-E726E9A6DF90}">
      <dsp:nvSpPr>
        <dsp:cNvPr id="0" name=""/>
        <dsp:cNvSpPr/>
      </dsp:nvSpPr>
      <dsp:spPr>
        <a:xfrm>
          <a:off x="0" y="1948043"/>
          <a:ext cx="3771900" cy="1278127"/>
        </a:xfrm>
        <a:prstGeom prst="rec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0904" tIns="120904" rIns="120904" bIns="120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Create variables for two numbers and:</a:t>
          </a:r>
        </a:p>
      </dsp:txBody>
      <dsp:txXfrm>
        <a:off x="0" y="1948043"/>
        <a:ext cx="3771900" cy="690188"/>
      </dsp:txXfrm>
    </dsp:sp>
    <dsp:sp modelId="{A5B2E473-E404-2148-8F27-2898E956C36F}">
      <dsp:nvSpPr>
        <dsp:cNvPr id="0" name=""/>
        <dsp:cNvSpPr/>
      </dsp:nvSpPr>
      <dsp:spPr>
        <a:xfrm>
          <a:off x="0" y="2612669"/>
          <a:ext cx="1885950" cy="587938"/>
        </a:xfrm>
        <a:prstGeom prst="rect">
          <a:avLst/>
        </a:prstGeom>
        <a:solidFill>
          <a:schemeClr val="accent6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6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85344" tIns="15240" rIns="85344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Calculate and store their sum, subtraction, multiplication, and division</a:t>
          </a:r>
        </a:p>
      </dsp:txBody>
      <dsp:txXfrm>
        <a:off x="0" y="2612669"/>
        <a:ext cx="1885950" cy="587938"/>
      </dsp:txXfrm>
    </dsp:sp>
    <dsp:sp modelId="{E7C591F0-EE42-9441-892E-671923B30A1A}">
      <dsp:nvSpPr>
        <dsp:cNvPr id="0" name=""/>
        <dsp:cNvSpPr/>
      </dsp:nvSpPr>
      <dsp:spPr>
        <a:xfrm>
          <a:off x="1885950" y="2612669"/>
          <a:ext cx="1885950" cy="587938"/>
        </a:xfrm>
        <a:prstGeom prst="rect">
          <a:avLst/>
        </a:prstGeom>
        <a:solidFill>
          <a:schemeClr val="accent6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6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85344" tIns="15240" rIns="85344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Display the results in a </a:t>
          </a:r>
          <a:r>
            <a:rPr lang="en-US" sz="1200" b="1" kern="1200" dirty="0"/>
            <a:t>formatted</a:t>
          </a:r>
          <a:r>
            <a:rPr lang="en-US" sz="1200" kern="1200" dirty="0"/>
            <a:t> way</a:t>
          </a:r>
        </a:p>
      </dsp:txBody>
      <dsp:txXfrm>
        <a:off x="1885950" y="2612669"/>
        <a:ext cx="1885950" cy="587938"/>
      </dsp:txXfrm>
    </dsp:sp>
    <dsp:sp modelId="{01C23664-6C90-9646-852A-9C392B6105FD}">
      <dsp:nvSpPr>
        <dsp:cNvPr id="0" name=""/>
        <dsp:cNvSpPr/>
      </dsp:nvSpPr>
      <dsp:spPr>
        <a:xfrm rot="10800000">
          <a:off x="0" y="1455"/>
          <a:ext cx="3771900" cy="1965759"/>
        </a:xfrm>
        <a:prstGeom prst="upArrowCallou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0904" tIns="120904" rIns="120904" bIns="120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 dirty="0"/>
            <a:t>Exercise 3: Simple Calculator</a:t>
          </a:r>
          <a:endParaRPr lang="en-US" sz="1700" kern="1200" dirty="0"/>
        </a:p>
      </dsp:txBody>
      <dsp:txXfrm rot="10800000">
        <a:off x="0" y="1455"/>
        <a:ext cx="3771900" cy="1277291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4B1CBB3-111E-3045-AA7D-3FBAE3E2C90D}">
      <dsp:nvSpPr>
        <dsp:cNvPr id="0" name=""/>
        <dsp:cNvSpPr/>
      </dsp:nvSpPr>
      <dsp:spPr>
        <a:xfrm>
          <a:off x="0" y="675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6DA1490-4170-5E40-84A8-A359F69B95AD}">
      <dsp:nvSpPr>
        <dsp:cNvPr id="0" name=""/>
        <dsp:cNvSpPr/>
      </dsp:nvSpPr>
      <dsp:spPr>
        <a:xfrm>
          <a:off x="0" y="675"/>
          <a:ext cx="5175384" cy="11069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b="1" kern="1200"/>
            <a:t>Variables are containers</a:t>
          </a:r>
          <a:r>
            <a:rPr lang="en-US" sz="2700" kern="1200"/>
            <a:t> for storing data with meaningful names </a:t>
          </a:r>
        </a:p>
      </dsp:txBody>
      <dsp:txXfrm>
        <a:off x="0" y="675"/>
        <a:ext cx="5175384" cy="1106957"/>
      </dsp:txXfrm>
    </dsp:sp>
    <dsp:sp modelId="{E929945E-0E2F-AC41-9642-2779B669DC33}">
      <dsp:nvSpPr>
        <dsp:cNvPr id="0" name=""/>
        <dsp:cNvSpPr/>
      </dsp:nvSpPr>
      <dsp:spPr>
        <a:xfrm>
          <a:off x="0" y="1107633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953090F-65A6-D94C-9EF3-720911E57C58}">
      <dsp:nvSpPr>
        <dsp:cNvPr id="0" name=""/>
        <dsp:cNvSpPr/>
      </dsp:nvSpPr>
      <dsp:spPr>
        <a:xfrm>
          <a:off x="0" y="1107633"/>
          <a:ext cx="5175384" cy="11069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b="1" kern="1200"/>
            <a:t>Use descriptive names</a:t>
          </a:r>
          <a:r>
            <a:rPr lang="en-US" sz="2700" kern="1200"/>
            <a:t> following Python naming conventions </a:t>
          </a:r>
        </a:p>
      </dsp:txBody>
      <dsp:txXfrm>
        <a:off x="0" y="1107633"/>
        <a:ext cx="5175384" cy="1106957"/>
      </dsp:txXfrm>
    </dsp:sp>
    <dsp:sp modelId="{FE6C9A45-30F1-DE4A-84EB-8A32C111575C}">
      <dsp:nvSpPr>
        <dsp:cNvPr id="0" name=""/>
        <dsp:cNvSpPr/>
      </dsp:nvSpPr>
      <dsp:spPr>
        <a:xfrm>
          <a:off x="0" y="2214591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2C530F5-6A9F-D443-ACB8-39172384BED8}">
      <dsp:nvSpPr>
        <dsp:cNvPr id="0" name=""/>
        <dsp:cNvSpPr/>
      </dsp:nvSpPr>
      <dsp:spPr>
        <a:xfrm>
          <a:off x="0" y="2214591"/>
          <a:ext cx="5175384" cy="11069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b="1" kern="1200"/>
            <a:t>Variables can change</a:t>
          </a:r>
          <a:r>
            <a:rPr lang="en-US" sz="2700" kern="1200"/>
            <a:t> values and types during program execution </a:t>
          </a:r>
        </a:p>
      </dsp:txBody>
      <dsp:txXfrm>
        <a:off x="0" y="2214591"/>
        <a:ext cx="5175384" cy="1106957"/>
      </dsp:txXfrm>
    </dsp:sp>
    <dsp:sp modelId="{BB7840CC-E84C-3748-913F-2BB8ACC31784}">
      <dsp:nvSpPr>
        <dsp:cNvPr id="0" name=""/>
        <dsp:cNvSpPr/>
      </dsp:nvSpPr>
      <dsp:spPr>
        <a:xfrm>
          <a:off x="0" y="3321549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92572F9-AA32-2A40-9528-D236D5BDFF52}">
      <dsp:nvSpPr>
        <dsp:cNvPr id="0" name=""/>
        <dsp:cNvSpPr/>
      </dsp:nvSpPr>
      <dsp:spPr>
        <a:xfrm>
          <a:off x="0" y="3321549"/>
          <a:ext cx="5175384" cy="11069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b="1" kern="1200"/>
            <a:t>Always define variables</a:t>
          </a:r>
          <a:r>
            <a:rPr lang="en-US" sz="2700" kern="1200"/>
            <a:t> before using them </a:t>
          </a:r>
        </a:p>
      </dsp:txBody>
      <dsp:txXfrm>
        <a:off x="0" y="3321549"/>
        <a:ext cx="5175384" cy="1106957"/>
      </dsp:txXfrm>
    </dsp:sp>
    <dsp:sp modelId="{42126546-90A6-2A42-885C-112DAC5279E4}">
      <dsp:nvSpPr>
        <dsp:cNvPr id="0" name=""/>
        <dsp:cNvSpPr/>
      </dsp:nvSpPr>
      <dsp:spPr>
        <a:xfrm>
          <a:off x="0" y="4428507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F53D3C6-8ADD-2349-AC39-0D74A3033F3A}">
      <dsp:nvSpPr>
        <dsp:cNvPr id="0" name=""/>
        <dsp:cNvSpPr/>
      </dsp:nvSpPr>
      <dsp:spPr>
        <a:xfrm>
          <a:off x="0" y="4428507"/>
          <a:ext cx="5175384" cy="11069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b="1" kern="1200"/>
            <a:t>Case matters</a:t>
          </a:r>
          <a:r>
            <a:rPr lang="en-US" sz="2700" kern="1200"/>
            <a:t> - name and Name are different variables</a:t>
          </a:r>
        </a:p>
      </dsp:txBody>
      <dsp:txXfrm>
        <a:off x="0" y="4428507"/>
        <a:ext cx="5175384" cy="1106957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5B3E519-0982-4827-A965-0ADAEFD3444A}">
      <dsp:nvSpPr>
        <dsp:cNvPr id="0" name=""/>
        <dsp:cNvSpPr/>
      </dsp:nvSpPr>
      <dsp:spPr>
        <a:xfrm>
          <a:off x="422063" y="298015"/>
          <a:ext cx="1200937" cy="1200937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3B9090B-554D-4518-8699-99EA2AD5345F}">
      <dsp:nvSpPr>
        <dsp:cNvPr id="0" name=""/>
        <dsp:cNvSpPr/>
      </dsp:nvSpPr>
      <dsp:spPr>
        <a:xfrm>
          <a:off x="678001" y="553953"/>
          <a:ext cx="689062" cy="68906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2D39707-7EA3-42E2-93CC-140E394B61DA}">
      <dsp:nvSpPr>
        <dsp:cNvPr id="0" name=""/>
        <dsp:cNvSpPr/>
      </dsp:nvSpPr>
      <dsp:spPr>
        <a:xfrm>
          <a:off x="38157" y="1873015"/>
          <a:ext cx="196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/>
            <a:t>Python is fun and friendly 🐍</a:t>
          </a:r>
        </a:p>
      </dsp:txBody>
      <dsp:txXfrm>
        <a:off x="38157" y="1873015"/>
        <a:ext cx="1968750" cy="720000"/>
      </dsp:txXfrm>
    </dsp:sp>
    <dsp:sp modelId="{F4C71C4F-845E-4D72-9ECB-31040491CE88}">
      <dsp:nvSpPr>
        <dsp:cNvPr id="0" name=""/>
        <dsp:cNvSpPr/>
      </dsp:nvSpPr>
      <dsp:spPr>
        <a:xfrm>
          <a:off x="2735344" y="298015"/>
          <a:ext cx="1200937" cy="1200937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0D73185-9F40-4085-B84F-9D5ED44BE3CB}">
      <dsp:nvSpPr>
        <dsp:cNvPr id="0" name=""/>
        <dsp:cNvSpPr/>
      </dsp:nvSpPr>
      <dsp:spPr>
        <a:xfrm>
          <a:off x="2991282" y="553953"/>
          <a:ext cx="689062" cy="68906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115D6E5-56AC-4DC0-8A71-B3A5E4E6C13C}">
      <dsp:nvSpPr>
        <dsp:cNvPr id="0" name=""/>
        <dsp:cNvSpPr/>
      </dsp:nvSpPr>
      <dsp:spPr>
        <a:xfrm>
          <a:off x="2351438" y="1873015"/>
          <a:ext cx="196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/>
            <a:t>You learned variables and data types today 🌟</a:t>
          </a:r>
        </a:p>
      </dsp:txBody>
      <dsp:txXfrm>
        <a:off x="2351438" y="1873015"/>
        <a:ext cx="1968750" cy="720000"/>
      </dsp:txXfrm>
    </dsp:sp>
    <dsp:sp modelId="{7D5F0011-4260-4D51-95A7-BBB8EFD92A2C}">
      <dsp:nvSpPr>
        <dsp:cNvPr id="0" name=""/>
        <dsp:cNvSpPr/>
      </dsp:nvSpPr>
      <dsp:spPr>
        <a:xfrm>
          <a:off x="1578704" y="3085203"/>
          <a:ext cx="1200937" cy="1200937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61F9F38-A106-4E99-875C-F460FB14F5E8}">
      <dsp:nvSpPr>
        <dsp:cNvPr id="0" name=""/>
        <dsp:cNvSpPr/>
      </dsp:nvSpPr>
      <dsp:spPr>
        <a:xfrm>
          <a:off x="1834641" y="3341140"/>
          <a:ext cx="689062" cy="68906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3D8E1A7-2F53-44B4-BA0C-C96929235E38}">
      <dsp:nvSpPr>
        <dsp:cNvPr id="0" name=""/>
        <dsp:cNvSpPr/>
      </dsp:nvSpPr>
      <dsp:spPr>
        <a:xfrm>
          <a:off x="1194798" y="4660203"/>
          <a:ext cx="196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/>
            <a:t>Keep exploring and making cool stuff! 💡</a:t>
          </a:r>
        </a:p>
      </dsp:txBody>
      <dsp:txXfrm>
        <a:off x="1194798" y="4660203"/>
        <a:ext cx="196875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BasicLinearProcessNumbered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6/7/layout/VerticalHollowActionList">
  <dgm:title val="Vertical Hollow Action List"/>
  <dgm:desc val="Use to show non-sequential or grouped lists of information. Works well with large amounts of text. All text has the same level of emphasis, and direction is not implied."/>
  <dgm:catLst>
    <dgm:cat type="list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  <dgm:pt modelId="5">
          <dgm:prSet phldr="1"/>
        </dgm:pt>
        <dgm:pt modelId="5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7" srcId="0" destId="4" srcOrd="3" destOrd="0"/>
        <dgm:cxn modelId="8" srcId="0" destId="5" srcOrd="4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  <dgm:cxn modelId="53" srcId="5" destId="5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6"/>
      <dgm:constr type="primFontSz" for="des" forName="parentText" op="equ" val="28"/>
      <dgm:constr type="primFontSz" for="des" forName="descendantText" refType="primFontSz" refFor="des" refForName="parentText" op="lte" fact="0.82"/>
      <dgm:constr type="primFontSz" for="des" forName="parentText" refType="primFontSz" refFor="des" refForName="descendantText" op="lte" fact="1.25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2"/>
          <dgm:constr type="w" for="ch" forName="descendantText" refType="w" fact="0.8"/>
          <dgm:constr type="h" for="ch" forName="parentText" refType="h"/>
          <dgm:constr type="h" for="ch" forName="descendantText" refType="h" refFor="ch" refForName="parentText"/>
        </dgm:constrLst>
        <dgm:ruleLst/>
        <dgm:layoutNode name="parentText" styleLbl="solidFgAcc1">
          <dgm:varLst>
            <dgm:chMax val="1"/>
            <dgm:bulletEnabled/>
          </dgm:varLst>
          <dgm:alg type="tx"/>
          <dgm:shape xmlns:r="http://schemas.openxmlformats.org/officeDocument/2006/relationships" type="rect" r:blip="" zOrderOff="3">
            <dgm:adjLst/>
          </dgm:shape>
          <dgm:presOf axis="self" ptType="node"/>
          <dgm:constrLst>
            <dgm:constr type="tMarg" refType="h" fact="0.28"/>
            <dgm:constr type="bMarg" refType="h" fact="0.28"/>
            <dgm:constr type="lMarg" refType="w" fact="0.15"/>
            <dgm:constr type="rMarg" refType="w" fact="0.15"/>
          </dgm:constrLst>
          <dgm:ruleLst>
            <dgm:rule type="primFontSz" val="15" fact="NaN" max="NaN"/>
          </dgm:ruleLst>
        </dgm:layoutNode>
        <dgm:layoutNode name="descendantText" styleLbl="alignNode1">
          <dgm:varLst>
            <dgm:bulletEnabled/>
          </dgm:varLst>
          <dgm:alg type="tx">
            <dgm:param type="stBulletLvl" val="0"/>
            <dgm:param type="parTxLTRAlign" val="l"/>
            <dgm:param type="shpTxLTRAlignCh" val="l"/>
            <dgm:param type="parTxRTLAlign" val="r"/>
            <dgm:param type="shpTxRTLAlignCh" val="r"/>
          </dgm:alg>
          <dgm:choose name="Name10">
            <dgm:if name="Name11" func="var" arg="dir" op="equ" val="norm">
              <dgm:shape xmlns:r="http://schemas.openxmlformats.org/officeDocument/2006/relationships" type="rect" r:blip="">
                <dgm:adjLst/>
              </dgm:shape>
            </dgm:if>
            <dgm:else name="Name12">
              <dgm:shape xmlns:r="http://schemas.openxmlformats.org/officeDocument/2006/relationships" type="rect" r:blip="">
                <dgm:adjLst/>
              </dgm:shape>
            </dgm:else>
          </dgm:choose>
          <dgm:presOf axis="des" ptType="node"/>
          <dgm:constrLst>
            <dgm:constr type="primFontSz" val="24"/>
            <dgm:constr type="lMarg" refType="w" fact="0.055"/>
            <dgm:constr type="rMarg" refType="w" fact="0.055"/>
            <dgm:constr type="tMarg" refType="h" fact="0.72"/>
            <dgm:constr type="bMarg" refType="h" fact="0.72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5" name="Rectangle 2054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143" y="0"/>
            <a:ext cx="9141714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050" name="Picture 2" descr="Generated image">
            <a:extLst>
              <a:ext uri="{FF2B5EF4-FFF2-40B4-BE49-F238E27FC236}">
                <a16:creationId xmlns:a16="http://schemas.microsoft.com/office/drawing/2014/main" id="{3231B197-7490-B8EA-4736-D4566F3759D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985" b="2"/>
          <a:stretch>
            <a:fillRect/>
          </a:stretch>
        </p:blipFill>
        <p:spPr bwMode="auto">
          <a:xfrm>
            <a:off x="20" y="279578"/>
            <a:ext cx="9143980" cy="6856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729292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DA718D0-4865-4629-8134-44F68D41D5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5167ED7-6315-43AB-B1B6-C326D5FD8F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2487837" y="2732147"/>
            <a:ext cx="5860051" cy="395784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EF4D8839-FB03-487D-ACC8-8BFEDD4FEB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0EF75023-9A3B-42FC-B704-61A8F7BEF4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CBC4F608-B4B8-48C3-9572-C0F061B1C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4646" y="922919"/>
            <a:ext cx="8333796" cy="546125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2222" y="1238080"/>
            <a:ext cx="7387313" cy="1349671"/>
          </a:xfrm>
        </p:spPr>
        <p:txBody>
          <a:bodyPr anchor="b">
            <a:normAutofit/>
          </a:bodyPr>
          <a:lstStyle/>
          <a:p>
            <a:r>
              <a:rPr lang="en-US" sz="4700" dirty="0"/>
              <a:t>Let’s Learn Python! 🐍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66978" y="2902913"/>
            <a:ext cx="7387313" cy="3032168"/>
          </a:xfrm>
        </p:spPr>
        <p:txBody>
          <a:bodyPr anchor="ctr">
            <a:normAutofit/>
          </a:bodyPr>
          <a:lstStyle/>
          <a:p>
            <a:endParaRPr lang="en-US" sz="1700" dirty="0"/>
          </a:p>
          <a:p>
            <a:pPr>
              <a:defRPr sz="2400"/>
            </a:pPr>
            <a:r>
              <a:rPr lang="en-US" sz="1700" dirty="0"/>
              <a:t>Fun with coding step by step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CA44E79-A2C3-61BE-B7A7-263D4DDE40E6}"/>
              </a:ext>
            </a:extLst>
          </p:cNvPr>
          <p:cNvSpPr txBox="1"/>
          <p:nvPr/>
        </p:nvSpPr>
        <p:spPr>
          <a:xfrm>
            <a:off x="2286000" y="3244334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effectLst/>
              </a:rPr>
              <a:t> 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038248A-211C-4EEC-8401-C761B929FB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30A849F-66D9-40C8-BEC8-35AFF8F456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4419" y="1289238"/>
            <a:ext cx="7375161" cy="1325563"/>
          </a:xfrm>
        </p:spPr>
        <p:txBody>
          <a:bodyPr anchor="b">
            <a:normAutofit/>
          </a:bodyPr>
          <a:lstStyle/>
          <a:p>
            <a:r>
              <a:rPr lang="en-US" sz="3100">
                <a:solidFill>
                  <a:schemeClr val="tx2"/>
                </a:solidFill>
              </a:rPr>
              <a:t>What We’ll Learn Today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4542298-A2B1-480F-A11C-A40EDD19B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217417" y="0"/>
            <a:ext cx="2926583" cy="2382977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74AEB45E-B965-46A0-8557-C646B5011B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21A22C7-11AD-44B0-9BF7-6E3A458215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87049D82-B7F3-4192-8337-4BDB16955E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4A7FAD9-577C-4D2E-A3B5-C6D0A39D47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84419" y="2890979"/>
            <a:ext cx="7375161" cy="2693976"/>
          </a:xfrm>
        </p:spPr>
        <p:txBody>
          <a:bodyPr>
            <a:normAutofit/>
          </a:bodyPr>
          <a:lstStyle/>
          <a:p>
            <a:endParaRPr lang="en-US" sz="1600" dirty="0">
              <a:solidFill>
                <a:schemeClr val="tx2"/>
              </a:solidFill>
            </a:endParaRPr>
          </a:p>
          <a:p>
            <a:pPr>
              <a:defRPr sz="2400"/>
            </a:pPr>
            <a:r>
              <a:rPr lang="en-US" sz="1600" dirty="0">
                <a:solidFill>
                  <a:schemeClr val="tx2"/>
                </a:solidFill>
              </a:rPr>
              <a:t>What Python is and why it’s awesome ✨</a:t>
            </a:r>
          </a:p>
          <a:p>
            <a:pPr>
              <a:defRPr sz="2400"/>
            </a:pPr>
            <a:r>
              <a:rPr lang="en-US" sz="1600" dirty="0">
                <a:solidFill>
                  <a:schemeClr val="tx2"/>
                </a:solidFill>
              </a:rPr>
              <a:t>How to set up and run Python 💻</a:t>
            </a:r>
          </a:p>
          <a:p>
            <a:pPr>
              <a:defRPr sz="2400"/>
            </a:pPr>
            <a:r>
              <a:rPr lang="en-US" sz="1600" dirty="0">
                <a:solidFill>
                  <a:schemeClr val="tx2"/>
                </a:solidFill>
              </a:rPr>
              <a:t>Using variables to store information 📦</a:t>
            </a:r>
          </a:p>
          <a:p>
            <a:pPr>
              <a:defRPr sz="2400"/>
            </a:pPr>
            <a:r>
              <a:rPr lang="en-US" sz="1600" dirty="0">
                <a:solidFill>
                  <a:schemeClr val="tx2"/>
                </a:solidFill>
              </a:rPr>
              <a:t>Doing math and making decisions ➕➖</a:t>
            </a:r>
          </a:p>
          <a:p>
            <a:pPr>
              <a:defRPr sz="2400"/>
            </a:pPr>
            <a:r>
              <a:rPr lang="en-US" sz="1600" dirty="0">
                <a:solidFill>
                  <a:schemeClr val="tx2"/>
                </a:solidFill>
              </a:rPr>
              <a:t>Repeating actions with loops 🔁</a:t>
            </a:r>
          </a:p>
          <a:p>
            <a:pPr>
              <a:defRPr sz="2400"/>
            </a:pPr>
            <a:r>
              <a:rPr lang="en-US" sz="1600" dirty="0">
                <a:solidFill>
                  <a:schemeClr val="tx2"/>
                </a:solidFill>
              </a:rPr>
              <a:t>Organizing info with lists and more 📋</a:t>
            </a:r>
          </a:p>
          <a:p>
            <a:pPr>
              <a:defRPr sz="2400"/>
            </a:pPr>
            <a:r>
              <a:rPr lang="en-US" sz="1600" dirty="0">
                <a:solidFill>
                  <a:schemeClr val="tx2"/>
                </a:solidFill>
              </a:rPr>
              <a:t>Writing our own mini functions 🛠️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A5C9C35-2375-49EB-B99C-17C87D42FE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0" y="4682671"/>
            <a:ext cx="2174211" cy="2175328"/>
            <a:chOff x="-305" y="-1"/>
            <a:chExt cx="3832880" cy="2876136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7BE7B8C5-3FC9-47E9-B555-AFCB849A41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15B6EFE-6DC2-4A72-AC12-BCCC3638A6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AE8C1B65-6799-4DD1-B262-01901DA126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03829674-8FAF-4E90-9FB7-C6CE17839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5" name="Picture 2">
            <a:extLst>
              <a:ext uri="{FF2B5EF4-FFF2-40B4-BE49-F238E27FC236}">
                <a16:creationId xmlns:a16="http://schemas.microsoft.com/office/drawing/2014/main" id="{DA738919-6C65-8CB9-2DB4-E0CBB22F11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9068" y="4712549"/>
            <a:ext cx="2330174" cy="23301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680D90F-C187-D5B1-A77B-760A0B1355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4DF3373-500F-0841-ECAE-8B1C307450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97371BA-DE65-BD5F-C32D-ACBA7735A3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30B9D60-29BF-C62C-C607-CEFF53278C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419" y="1280679"/>
            <a:ext cx="7375161" cy="1325563"/>
          </a:xfrm>
        </p:spPr>
        <p:txBody>
          <a:bodyPr anchor="b">
            <a:normAutofit/>
          </a:bodyPr>
          <a:lstStyle/>
          <a:p>
            <a:r>
              <a:rPr lang="en-US" sz="3100">
                <a:solidFill>
                  <a:schemeClr val="tx2"/>
                </a:solidFill>
              </a:rPr>
              <a:t>What We’ll Learn Today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3693444-76BC-6105-8ADE-F5A7127EA6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217417" y="0"/>
            <a:ext cx="2926583" cy="2382977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7FC1D36F-6905-8F5C-3ACA-76691F672B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2679C2D8-69C4-C421-61DE-AEB53522FB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E1932ED-2E9B-A67D-9752-5B02F3868C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A5F8CBB-BB1D-910B-4A59-035F067EBA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C77B00-7172-4517-C1F9-3680262C02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4419" y="2890979"/>
            <a:ext cx="7375161" cy="2693976"/>
          </a:xfrm>
        </p:spPr>
        <p:txBody>
          <a:bodyPr>
            <a:normAutofit/>
          </a:bodyPr>
          <a:lstStyle/>
          <a:p>
            <a:endParaRPr lang="en-US" sz="1600">
              <a:solidFill>
                <a:schemeClr val="tx2"/>
              </a:solidFill>
            </a:endParaRPr>
          </a:p>
          <a:p>
            <a:pPr>
              <a:defRPr sz="2400"/>
            </a:pPr>
            <a:r>
              <a:rPr lang="en-US" sz="1600">
                <a:solidFill>
                  <a:schemeClr val="tx2"/>
                </a:solidFill>
              </a:rPr>
              <a:t>What Python is and why it’s awesome ✨</a:t>
            </a:r>
          </a:p>
          <a:p>
            <a:pPr>
              <a:defRPr sz="2400"/>
            </a:pPr>
            <a:r>
              <a:rPr lang="en-US" sz="1600">
                <a:solidFill>
                  <a:schemeClr val="tx2"/>
                </a:solidFill>
              </a:rPr>
              <a:t>How to set up and run Python 💻</a:t>
            </a:r>
          </a:p>
          <a:p>
            <a:pPr>
              <a:defRPr sz="2400"/>
            </a:pPr>
            <a:r>
              <a:rPr lang="en-US" sz="1600">
                <a:solidFill>
                  <a:schemeClr val="tx2"/>
                </a:solidFill>
              </a:rPr>
              <a:t>Using variables to store information 📦</a:t>
            </a:r>
          </a:p>
          <a:p>
            <a:pPr>
              <a:defRPr sz="2400"/>
            </a:pPr>
            <a:r>
              <a:rPr lang="en-US" sz="1600">
                <a:solidFill>
                  <a:schemeClr val="tx2"/>
                </a:solidFill>
              </a:rPr>
              <a:t>Doing math and making decisions ➕➖</a:t>
            </a:r>
          </a:p>
          <a:p>
            <a:pPr>
              <a:defRPr sz="2400"/>
            </a:pPr>
            <a:r>
              <a:rPr lang="en-US" sz="1600">
                <a:solidFill>
                  <a:schemeClr val="tx2"/>
                </a:solidFill>
              </a:rPr>
              <a:t>Repeating actions with loops 🔁</a:t>
            </a:r>
          </a:p>
          <a:p>
            <a:pPr>
              <a:defRPr sz="2400"/>
            </a:pPr>
            <a:r>
              <a:rPr lang="en-US" sz="1600">
                <a:solidFill>
                  <a:schemeClr val="tx2"/>
                </a:solidFill>
              </a:rPr>
              <a:t>Organizing info with lists and more 📋</a:t>
            </a:r>
          </a:p>
          <a:p>
            <a:pPr>
              <a:defRPr sz="2400"/>
            </a:pPr>
            <a:r>
              <a:rPr lang="en-US" sz="1600">
                <a:solidFill>
                  <a:schemeClr val="tx2"/>
                </a:solidFill>
              </a:rPr>
              <a:t>Writing our own mini functions 🛠️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37B9FFCC-778D-AD0E-6F27-35C39F45BB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0" y="4682671"/>
            <a:ext cx="2174211" cy="2175328"/>
            <a:chOff x="-305" y="-1"/>
            <a:chExt cx="3832880" cy="2876136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9AAE835D-E392-2A84-C533-D3B2300D0E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F240D2DF-5B36-50C3-DCA6-D0E5D31127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4C88B7A7-8B2A-C9BC-820F-2446D726A3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0A8C8B45-0393-FF7B-6DDD-87876CE30E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7922889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038248A-211C-4EEC-8401-C761B929FB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30A849F-66D9-40C8-BEC8-35AFF8F456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4419" y="1280679"/>
            <a:ext cx="7375161" cy="1325563"/>
          </a:xfrm>
        </p:spPr>
        <p:txBody>
          <a:bodyPr anchor="b">
            <a:normAutofit/>
          </a:bodyPr>
          <a:lstStyle/>
          <a:p>
            <a:r>
              <a:rPr lang="en-US" sz="3100">
                <a:solidFill>
                  <a:schemeClr val="tx2"/>
                </a:solidFill>
              </a:rPr>
              <a:t>What is Python? 🐍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4542298-A2B1-480F-A11C-A40EDD19B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217417" y="0"/>
            <a:ext cx="2926583" cy="2382977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74AEB45E-B965-46A0-8557-C646B5011B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21A22C7-11AD-44B0-9BF7-6E3A458215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87049D82-B7F3-4192-8337-4BDB16955E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4A7FAD9-577C-4D2E-A3B5-C6D0A39D47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84419" y="2890979"/>
            <a:ext cx="7375161" cy="2693976"/>
          </a:xfrm>
        </p:spPr>
        <p:txBody>
          <a:bodyPr>
            <a:normAutofit/>
          </a:bodyPr>
          <a:lstStyle/>
          <a:p>
            <a:endParaRPr lang="en-US" sz="1600">
              <a:solidFill>
                <a:schemeClr val="tx2"/>
              </a:solidFill>
            </a:endParaRPr>
          </a:p>
          <a:p>
            <a:pPr>
              <a:defRPr sz="2400"/>
            </a:pPr>
            <a:r>
              <a:rPr lang="en-US" sz="1600">
                <a:solidFill>
                  <a:schemeClr val="tx2"/>
                </a:solidFill>
              </a:rPr>
              <a:t>A language computers understand</a:t>
            </a:r>
          </a:p>
          <a:p>
            <a:pPr>
              <a:defRPr sz="2400"/>
            </a:pPr>
            <a:r>
              <a:rPr lang="en-US" sz="1600">
                <a:solidFill>
                  <a:schemeClr val="tx2"/>
                </a:solidFill>
              </a:rPr>
              <a:t>Easy to read like a storybook 📖</a:t>
            </a:r>
          </a:p>
          <a:p>
            <a:pPr>
              <a:defRPr sz="2400"/>
            </a:pPr>
            <a:r>
              <a:rPr lang="en-US" sz="1600">
                <a:solidFill>
                  <a:schemeClr val="tx2"/>
                </a:solidFill>
              </a:rPr>
              <a:t>Used for: Making games 🎮, Websites 🌐, Robots 🤖, Science 🧪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A5C9C35-2375-49EB-B99C-17C87D42FE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0" y="4682671"/>
            <a:ext cx="2174211" cy="2175328"/>
            <a:chOff x="-305" y="-1"/>
            <a:chExt cx="3832880" cy="2876136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7BE7B8C5-3FC9-47E9-B555-AFCB849A41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15B6EFE-6DC2-4A72-AC12-BCCC3638A6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AE8C1B65-6799-4DD1-B262-01901DA126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03829674-8FAF-4E90-9FB7-C6CE17839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40EDDD7-74ED-A30E-523F-DA1E2153C16E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r="10999" b="-1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n-US"/>
              <a:t>Setting Up Python 🖥️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A3A8DF1-B15E-A17D-9285-71BACA98378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87488786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038248A-211C-4EEC-8401-C761B929FB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30A849F-66D9-40C8-BEC8-35AFF8F456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4419" y="1280679"/>
            <a:ext cx="7375161" cy="1325563"/>
          </a:xfrm>
        </p:spPr>
        <p:txBody>
          <a:bodyPr anchor="b">
            <a:normAutofit/>
          </a:bodyPr>
          <a:lstStyle/>
          <a:p>
            <a:r>
              <a:rPr lang="en-US" sz="3100" dirty="0">
                <a:solidFill>
                  <a:schemeClr val="tx2"/>
                </a:solidFill>
              </a:rPr>
              <a:t>Assignment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4542298-A2B1-480F-A11C-A40EDD19B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217417" y="0"/>
            <a:ext cx="2926583" cy="2382977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74AEB45E-B965-46A0-8557-C646B5011B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21A22C7-11AD-44B0-9BF7-6E3A458215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87049D82-B7F3-4192-8337-4BDB16955E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4A7FAD9-577C-4D2E-A3B5-C6D0A39D47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84419" y="2890979"/>
            <a:ext cx="7375161" cy="2693976"/>
          </a:xfrm>
        </p:spPr>
        <p:txBody>
          <a:bodyPr>
            <a:normAutofit lnSpcReduction="10000"/>
          </a:bodyPr>
          <a:lstStyle/>
          <a:p>
            <a:r>
              <a:rPr lang="en-US" sz="2800" dirty="0">
                <a:solidFill>
                  <a:schemeClr val="tx2"/>
                </a:solidFill>
              </a:rPr>
              <a:t>Using the print command in Python, print :</a:t>
            </a:r>
          </a:p>
          <a:p>
            <a:pPr lvl="1"/>
            <a:r>
              <a:rPr lang="en-US" sz="2000" dirty="0">
                <a:solidFill>
                  <a:schemeClr val="tx2"/>
                </a:solidFill>
              </a:rPr>
              <a:t>Your name</a:t>
            </a:r>
          </a:p>
          <a:p>
            <a:pPr lvl="1"/>
            <a:r>
              <a:rPr lang="en-US" sz="2000" dirty="0">
                <a:solidFill>
                  <a:schemeClr val="tx2"/>
                </a:solidFill>
              </a:rPr>
              <a:t>Your favorite food</a:t>
            </a:r>
          </a:p>
          <a:p>
            <a:pPr lvl="1"/>
            <a:r>
              <a:rPr lang="en-US" sz="2000" dirty="0">
                <a:solidFill>
                  <a:schemeClr val="tx2"/>
                </a:solidFill>
              </a:rPr>
              <a:t>Your best friend</a:t>
            </a:r>
          </a:p>
          <a:p>
            <a:pPr lvl="1"/>
            <a:r>
              <a:rPr lang="en-US" sz="2000" dirty="0">
                <a:solidFill>
                  <a:schemeClr val="tx2"/>
                </a:solidFill>
              </a:rPr>
              <a:t>Your favorite hobby</a:t>
            </a:r>
          </a:p>
          <a:p>
            <a:pPr lvl="1"/>
            <a:r>
              <a:rPr lang="en-US" sz="2000" dirty="0">
                <a:solidFill>
                  <a:schemeClr val="tx2"/>
                </a:solidFill>
              </a:rPr>
              <a:t>Your favorite song</a:t>
            </a:r>
          </a:p>
          <a:p>
            <a:r>
              <a:rPr lang="en-US" sz="2400" b="1" dirty="0">
                <a:solidFill>
                  <a:schemeClr val="tx2"/>
                </a:solidFill>
              </a:rPr>
              <a:t>Hint: I should see 5 print statements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A5C9C35-2375-49EB-B99C-17C87D42FE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0" y="4682671"/>
            <a:ext cx="2174211" cy="2175328"/>
            <a:chOff x="-305" y="-1"/>
            <a:chExt cx="3832880" cy="2876136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7BE7B8C5-3FC9-47E9-B555-AFCB849A41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15B6EFE-6DC2-4A72-AC12-BCCC3638A6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AE8C1B65-6799-4DD1-B262-01901DA126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03829674-8FAF-4E90-9FB7-C6CE17839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A7E3F93-8FF5-F184-0B4C-E235072E7F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3822000-1AEB-E75E-3A31-59D03EB5E9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1F11113-9052-1F7E-75ED-2F454E83C2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EA8E32-A412-CDCE-F969-735B0C2C2B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419" y="1280679"/>
            <a:ext cx="7375161" cy="1325563"/>
          </a:xfrm>
        </p:spPr>
        <p:txBody>
          <a:bodyPr anchor="b">
            <a:normAutofit/>
          </a:bodyPr>
          <a:lstStyle/>
          <a:p>
            <a:r>
              <a:rPr lang="en-US" sz="3100">
                <a:solidFill>
                  <a:schemeClr val="tx2"/>
                </a:solidFill>
              </a:rPr>
              <a:t>Python Words &amp; Boxes (Variables) 📦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4A4A7FEA-07D4-957A-CC6C-A879771E65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217417" y="0"/>
            <a:ext cx="2926583" cy="2382977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C4856C1F-46A3-2654-743E-2F8EFE9EF8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E4296D8E-6F4B-1C36-3859-32735C512E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71B1B946-7E6F-1253-C95B-872C58548B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486EEA1D-E8EA-4C22-3C1F-EFFB23F2DC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330DD6-3B5C-1DBD-927B-0F13874AC3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4419" y="2890979"/>
            <a:ext cx="7375161" cy="2693976"/>
          </a:xfrm>
        </p:spPr>
        <p:txBody>
          <a:bodyPr>
            <a:normAutofit/>
          </a:bodyPr>
          <a:lstStyle/>
          <a:p>
            <a:endParaRPr lang="en-US" sz="1600" dirty="0">
              <a:solidFill>
                <a:schemeClr val="tx2"/>
              </a:solidFill>
            </a:endParaRPr>
          </a:p>
          <a:p>
            <a:pPr>
              <a:defRPr sz="2400"/>
            </a:pPr>
            <a:r>
              <a:rPr lang="en-US" sz="1600" dirty="0">
                <a:solidFill>
                  <a:schemeClr val="tx2"/>
                </a:solidFill>
              </a:rPr>
              <a:t>Indentation is like neat handwriting 🖋️</a:t>
            </a:r>
          </a:p>
          <a:p>
            <a:pPr>
              <a:defRPr sz="2400"/>
            </a:pPr>
            <a:r>
              <a:rPr lang="en-US" sz="1600" dirty="0">
                <a:solidFill>
                  <a:schemeClr val="tx2"/>
                </a:solidFill>
              </a:rPr>
              <a:t># is for notes ✏️</a:t>
            </a:r>
          </a:p>
          <a:p>
            <a:pPr>
              <a:defRPr sz="2400"/>
            </a:pPr>
            <a:r>
              <a:rPr lang="en-US" sz="1600" dirty="0">
                <a:solidFill>
                  <a:schemeClr val="tx2"/>
                </a:solidFill>
              </a:rPr>
              <a:t>Variables are boxes that hold stuff!</a:t>
            </a:r>
          </a:p>
          <a:p>
            <a:pPr>
              <a:defRPr sz="2400"/>
            </a:pPr>
            <a:r>
              <a:rPr lang="en-US" sz="1600" dirty="0">
                <a:solidFill>
                  <a:schemeClr val="tx2"/>
                </a:solidFill>
              </a:rPr>
              <a:t>Types: numbers, words, true/false</a:t>
            </a:r>
          </a:p>
          <a:p>
            <a:pPr>
              <a:defRPr sz="2400"/>
            </a:pPr>
            <a:r>
              <a:rPr lang="en-US" sz="1600" dirty="0">
                <a:solidFill>
                  <a:schemeClr val="tx2"/>
                </a:solidFill>
              </a:rPr>
              <a:t>Example: name = "Lily"; age = 10; </a:t>
            </a:r>
            <a:r>
              <a:rPr lang="en-US" sz="1600" dirty="0" err="1">
                <a:solidFill>
                  <a:schemeClr val="tx2"/>
                </a:solidFill>
              </a:rPr>
              <a:t>is_student</a:t>
            </a:r>
            <a:r>
              <a:rPr lang="en-US" sz="1600" dirty="0">
                <a:solidFill>
                  <a:schemeClr val="tx2"/>
                </a:solidFill>
              </a:rPr>
              <a:t> = True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AF07E972-ABEE-6E26-1A7C-478EEB2E18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0" y="4682671"/>
            <a:ext cx="2174211" cy="2175328"/>
            <a:chOff x="-305" y="-1"/>
            <a:chExt cx="3832880" cy="2876136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050FC481-D5EF-4C5B-2C26-42FA583ED8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CFBE4FD1-EE20-D3B2-712B-BC069866FC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EC5DA747-6A2D-AA2F-680F-3D14A0E640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2CB1488-FF01-DDF9-A344-49186A376E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7730995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87FD936-6069-6D64-7BB4-0A22F2C562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2DB96EC-491C-977E-854C-DDB057D254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0AF3FAE-0C84-D1DB-DECF-3454D27FC9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33402D-EC37-7A88-F224-FC37DB2036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419" y="1280679"/>
            <a:ext cx="7375161" cy="1325563"/>
          </a:xfrm>
        </p:spPr>
        <p:txBody>
          <a:bodyPr anchor="b">
            <a:normAutofit/>
          </a:bodyPr>
          <a:lstStyle/>
          <a:p>
            <a:r>
              <a:rPr lang="en-US" sz="3100" dirty="0">
                <a:solidFill>
                  <a:schemeClr val="tx2"/>
                </a:solidFill>
              </a:rPr>
              <a:t>Python Variables📦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9983EA68-19E5-FFCB-A850-28209EF9E3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217417" y="0"/>
            <a:ext cx="2926583" cy="2382977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8E8EF087-17F7-08F4-C8C7-5EE3833F6B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48B6986-0285-45C3-7D63-B51BBA7E09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0FC7EC52-2E16-6506-1747-D313A2AF01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F0759117-1BD1-F89F-F45E-18354961DB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734186-1B24-8807-A2A9-2422EAADAB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4419" y="2890979"/>
            <a:ext cx="7375161" cy="2693976"/>
          </a:xfrm>
        </p:spPr>
        <p:txBody>
          <a:bodyPr>
            <a:normAutofit/>
          </a:bodyPr>
          <a:lstStyle/>
          <a:p>
            <a:endParaRPr lang="en-US" sz="1600" dirty="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n-US" sz="1600" dirty="0"/>
              <a:t>By the end of this lecture, students will be able to: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/>
              <a:t>Define what a variable is and why variables are important in programming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/>
              <a:t>Create and assign values to variables in Python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/>
              <a:t>Understand Python's dynamic typing system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/>
              <a:t>Use proper variable naming conventions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/>
              <a:t>Work with different data types through variables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/>
              <a:t>Perform basic operations with variables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F65EA1BB-5350-1CFF-FB9C-F7425E2842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0" y="4682671"/>
            <a:ext cx="2174211" cy="2175328"/>
            <a:chOff x="-305" y="-1"/>
            <a:chExt cx="3832880" cy="2876136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2348D0BA-F959-46C5-105D-D5AD5BFF16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F1C20F5D-F542-BC2B-5183-106CB1E48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054FFD3B-FD3F-9D79-3B20-0FB960B36E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CF6A7680-2B38-4F36-7EB2-EFC606D5B5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9142211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3F5394A-9B46-9BE5-8246-8F3DFBBCA8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F7078AC-1842-6DF3-0692-AC038317FD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7DA4B45-720B-9009-AC58-18D7CDE3B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2F3FBBC-F29B-A464-4E3F-0705B4A7A9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419" y="1280679"/>
            <a:ext cx="7375161" cy="1325563"/>
          </a:xfrm>
        </p:spPr>
        <p:txBody>
          <a:bodyPr anchor="b">
            <a:normAutofit/>
          </a:bodyPr>
          <a:lstStyle/>
          <a:p>
            <a:r>
              <a:rPr lang="en-US" sz="3100" dirty="0">
                <a:solidFill>
                  <a:schemeClr val="tx2"/>
                </a:solidFill>
              </a:rPr>
              <a:t>What is a Variable?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E74D323E-8434-661F-BE9B-BCAA2F6CEC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217417" y="0"/>
            <a:ext cx="2926583" cy="2382977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CFC17B9-D611-AEF8-9C0A-B68730645F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B9E623C4-1DFF-CE47-CD04-E2E420DA2D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AC2E2DF-27AF-F4C3-DB5B-BB515B9499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A6AD5781-EB95-7142-B811-9F933AE7C5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D2CFD5-534C-DF6E-2E4B-5A5DDDE603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4419" y="2890979"/>
            <a:ext cx="7375161" cy="2693976"/>
          </a:xfrm>
        </p:spPr>
        <p:txBody>
          <a:bodyPr>
            <a:normAutofit/>
          </a:bodyPr>
          <a:lstStyle/>
          <a:p>
            <a:endParaRPr lang="en-US" sz="1600" dirty="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n-US" sz="1400" dirty="0"/>
              <a:t>Think of a variable as a </a:t>
            </a:r>
            <a:r>
              <a:rPr lang="en-US" sz="1400" b="1" dirty="0"/>
              <a:t>labeled container</a:t>
            </a:r>
            <a:r>
              <a:rPr lang="en-US" sz="1400" dirty="0"/>
              <a:t> that holds data in your computer's memory. Just like you might put your lunch in a container labeled "lunch" in the refrigerator, you can store data in a variable with a meaningful name.</a:t>
            </a:r>
          </a:p>
          <a:p>
            <a:pPr marL="0" indent="0">
              <a:buNone/>
            </a:pPr>
            <a:r>
              <a:rPr lang="en-US" sz="1600" dirty="0"/>
              <a:t>In programming, variables allow us to: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Store information for later use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Give meaningful names to our data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Change values as our program runs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Make our code readable and reusable</a:t>
            </a:r>
          </a:p>
          <a:p>
            <a:pPr marL="0" indent="0">
              <a:buNone/>
            </a:pPr>
            <a:endParaRPr lang="en-US" sz="2400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A434332C-F084-C3C0-A065-59567881B7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0" y="4682671"/>
            <a:ext cx="2174211" cy="2175328"/>
            <a:chOff x="-305" y="-1"/>
            <a:chExt cx="3832880" cy="2876136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04A5CB62-9683-7ACD-45A8-4133C4D0BE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DAB973FF-B53A-5D0F-54EF-0011210F29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064B034C-7E3A-672B-741D-3ECECA09D3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842F644E-4E05-A685-8A03-DF570F78B4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2571878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FE7937-702A-BCD2-9802-1200B5BDC5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2572461-3DF0-C224-13E3-34FE800EB0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820F10C-E396-1201-9F97-457205CFD5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0A1EADE-E334-E2F8-60F6-E2B6C1064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419" y="1280679"/>
            <a:ext cx="7375161" cy="1325563"/>
          </a:xfrm>
        </p:spPr>
        <p:txBody>
          <a:bodyPr anchor="b">
            <a:normAutofit/>
          </a:bodyPr>
          <a:lstStyle/>
          <a:p>
            <a:r>
              <a:rPr lang="en-US" sz="3100" dirty="0">
                <a:solidFill>
                  <a:schemeClr val="tx2"/>
                </a:solidFill>
              </a:rPr>
              <a:t>Real World Analogy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61CBFA09-A37E-9E7A-3F26-036BA7C1D0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217417" y="0"/>
            <a:ext cx="2926583" cy="2382977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1E3CB718-2804-74F8-1F25-125B0A5AC4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D51A5D33-5FFC-BF05-1174-DFD484EDC9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D73F46BF-1AE8-1CA7-BF9D-BAAE918A57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48BCA412-FCA1-5B59-A840-4B15205E3D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B61206-2859-31D3-CF01-B02D8BF446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4419" y="2890979"/>
            <a:ext cx="7375161" cy="2693976"/>
          </a:xfrm>
        </p:spPr>
        <p:txBody>
          <a:bodyPr>
            <a:normAutofit/>
          </a:bodyPr>
          <a:lstStyle/>
          <a:p>
            <a:endParaRPr lang="en-US" sz="1600" dirty="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n-US" sz="1600" dirty="0"/>
              <a:t>Imagine variables like labeled boxes in a warehouse: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The </a:t>
            </a:r>
            <a:r>
              <a:rPr lang="en-US" sz="1600" b="1" dirty="0"/>
              <a:t>label</a:t>
            </a:r>
            <a:r>
              <a:rPr lang="en-US" sz="1600" dirty="0"/>
              <a:t> is the variable name (like </a:t>
            </a:r>
            <a:r>
              <a:rPr lang="en-US" sz="1600" dirty="0" err="1"/>
              <a:t>student_name</a:t>
            </a:r>
            <a:r>
              <a:rPr lang="en-US" sz="1600" dirty="0"/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The </a:t>
            </a:r>
            <a:r>
              <a:rPr lang="en-US" sz="1600" b="1" dirty="0"/>
              <a:t>contents</a:t>
            </a:r>
            <a:r>
              <a:rPr lang="en-US" sz="1600" dirty="0"/>
              <a:t> are the data/value (like "Alice")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You can change what's in the box, but the label stays the same</a:t>
            </a:r>
          </a:p>
          <a:p>
            <a:pPr marL="0" indent="0">
              <a:buNone/>
            </a:pPr>
            <a:endParaRPr lang="en-US" sz="2400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F7469FF1-7B89-C1C2-A911-2C528A3872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0" y="4682671"/>
            <a:ext cx="2174211" cy="2175328"/>
            <a:chOff x="-305" y="-1"/>
            <a:chExt cx="3832880" cy="2876136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CF06E7C9-B7E4-B364-F013-54E77C1C6B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EA4ED528-13C8-795F-A798-63118A9374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F463A69-1292-A033-877B-1A9D057E04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93318124-1E59-93D7-6278-5F6C570A45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7388339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ABC546B-ADE5-F8DB-1293-8DEB9FCCB7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2E83CDB-BB6A-7191-A810-4B6C7D9FB0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0CF004E-8D84-5FBD-8F33-CBBCE10B06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BFE272C-6628-3B24-6C42-7B801DA39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419" y="1280679"/>
            <a:ext cx="7375161" cy="1325563"/>
          </a:xfrm>
        </p:spPr>
        <p:txBody>
          <a:bodyPr anchor="b">
            <a:normAutofit/>
          </a:bodyPr>
          <a:lstStyle/>
          <a:p>
            <a:r>
              <a:rPr lang="en-US" sz="3100" dirty="0">
                <a:solidFill>
                  <a:schemeClr val="tx2"/>
                </a:solidFill>
              </a:rPr>
              <a:t>Creating Variables in Python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80D6097B-8EE2-E212-B31A-176F4FDDE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217417" y="0"/>
            <a:ext cx="2926583" cy="2382977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9B4D4C06-E5BA-C7E6-CFB7-307D92EEDC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A0D57322-2C2A-3F96-BA75-EFB00FA769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D206FDA-C55E-0F15-9D22-2B69725E24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F85C103-F502-E293-AD66-98F741A27C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23573C8-E740-9682-8A74-2D4C57E6BC8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84238" y="3351770"/>
            <a:ext cx="7375525" cy="1772122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7D9A9891-EE72-234A-C551-B6514B4659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0" y="4682671"/>
            <a:ext cx="2174211" cy="2175328"/>
            <a:chOff x="-305" y="-1"/>
            <a:chExt cx="3832880" cy="2876136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B51913EB-239D-7DEC-D2CA-B11B787672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C53496C2-F337-F93B-5DB5-6F890EEE3D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4DE3A65D-441E-5F79-C95F-8294437106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FE345A3B-8285-2CBB-B846-EB0DE998F3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B45A54D3-11D8-6EF4-8371-5E11B553C678}"/>
              </a:ext>
            </a:extLst>
          </p:cNvPr>
          <p:cNvSpPr txBox="1"/>
          <p:nvPr/>
        </p:nvSpPr>
        <p:spPr>
          <a:xfrm>
            <a:off x="2481943" y="452845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32922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5260B1C-01D5-B675-F212-92CE3BB8B7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173CE9F-3AB5-A756-BED6-6C1B07AC3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10434A2-BFF9-2619-4151-7386759076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32A619E-E23F-988A-DC8C-27E80AC052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419" y="1280679"/>
            <a:ext cx="7375161" cy="1325563"/>
          </a:xfrm>
        </p:spPr>
        <p:txBody>
          <a:bodyPr anchor="b">
            <a:normAutofit/>
          </a:bodyPr>
          <a:lstStyle/>
          <a:p>
            <a:r>
              <a:rPr lang="en-US" sz="3100" dirty="0">
                <a:solidFill>
                  <a:schemeClr val="tx2"/>
                </a:solidFill>
              </a:rPr>
              <a:t>Examples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45A3B88-C1A4-F270-AC7A-0BFA528D43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217417" y="0"/>
            <a:ext cx="2926583" cy="2382977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B5017DA7-E76B-309D-F155-3DAFED1478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F5527BB1-DAF0-D163-559F-CE16C77ED2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396BFE6-E487-CF65-AC38-AB2DC9F074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235385D-BF82-BFC9-6696-0C260957F8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C11924CE-9990-5F2A-751E-795BD7B2C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0" y="4682671"/>
            <a:ext cx="2174211" cy="2175328"/>
            <a:chOff x="-305" y="-1"/>
            <a:chExt cx="3832880" cy="2876136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1ACFA3B-91C2-597F-B549-5FE85E4B2C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23460A7F-7F02-0BBF-B981-B3DD348C96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6B580210-CC53-D6F6-7CEB-A7B8B33F31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E4CDCE20-29E5-2C09-BAC1-836222B55A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BD4D766D-1E6B-10F9-F0A8-D98B40D1487F}"/>
              </a:ext>
            </a:extLst>
          </p:cNvPr>
          <p:cNvSpPr txBox="1"/>
          <p:nvPr/>
        </p:nvSpPr>
        <p:spPr>
          <a:xfrm>
            <a:off x="2481943" y="452845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17" name="Content Placeholder 16">
            <a:extLst>
              <a:ext uri="{FF2B5EF4-FFF2-40B4-BE49-F238E27FC236}">
                <a16:creationId xmlns:a16="http://schemas.microsoft.com/office/drawing/2014/main" id="{E7937154-AA5A-1EDA-2F61-26B9C7842B9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2653680"/>
            <a:ext cx="8229600" cy="2419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92261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CA63B0-490D-08DE-D6CC-8301A871A8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F509C0D-43B1-544C-515F-BA3870845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98120DD-763A-A577-87BC-770521ACCA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177DCF3-5EB0-50CF-78D0-F55171D365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419" y="1280679"/>
            <a:ext cx="7375161" cy="1325563"/>
          </a:xfrm>
        </p:spPr>
        <p:txBody>
          <a:bodyPr anchor="b">
            <a:normAutofit/>
          </a:bodyPr>
          <a:lstStyle/>
          <a:p>
            <a:r>
              <a:rPr lang="en-US" sz="3100" dirty="0">
                <a:solidFill>
                  <a:schemeClr val="tx2"/>
                </a:solidFill>
              </a:rPr>
              <a:t>Examples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C38F2294-7399-5015-A64A-210D27E5E1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217417" y="0"/>
            <a:ext cx="2926583" cy="2382977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B3F258DA-2EFA-0CA2-79B1-6D1EEE09ED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D9EDBBDB-5109-60D6-F536-AAB7052613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5F3E2635-5ACC-D64A-FA70-D19D4D5EBC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65F500E-135D-FD2F-7806-26AEB36D7A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5D80CFF0-A494-EDF4-DE9A-AF2630024A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0" y="4682671"/>
            <a:ext cx="2174211" cy="2175328"/>
            <a:chOff x="-305" y="-1"/>
            <a:chExt cx="3832880" cy="2876136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E1DD63FE-CF53-77EE-5F12-3D6888A8CD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B11C3CF8-0420-EEA5-41EE-35EAC633C6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40FA13F1-5C97-9B91-0A69-10C6B63523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3651365F-3998-A9F4-E92A-69F4AB6B1F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3ED358F9-84E2-CE6C-3EB8-30249EAB4B46}"/>
              </a:ext>
            </a:extLst>
          </p:cNvPr>
          <p:cNvSpPr txBox="1"/>
          <p:nvPr/>
        </p:nvSpPr>
        <p:spPr>
          <a:xfrm>
            <a:off x="2481943" y="452845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17" name="Content Placeholder 16">
            <a:extLst>
              <a:ext uri="{FF2B5EF4-FFF2-40B4-BE49-F238E27FC236}">
                <a16:creationId xmlns:a16="http://schemas.microsoft.com/office/drawing/2014/main" id="{82F39B14-E2F6-C83D-1FAB-CBFB26A7BC2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2653680"/>
            <a:ext cx="8229600" cy="241900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B6CBEFD-5CA7-0A30-EA97-BECB81E5EDA3}"/>
              </a:ext>
            </a:extLst>
          </p:cNvPr>
          <p:cNvSpPr txBox="1"/>
          <p:nvPr/>
        </p:nvSpPr>
        <p:spPr>
          <a:xfrm>
            <a:off x="533401" y="5577321"/>
            <a:ext cx="81533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Key Point</a:t>
            </a:r>
            <a:r>
              <a:rPr lang="en-US" dirty="0"/>
              <a:t>: The = sign is the </a:t>
            </a:r>
            <a:r>
              <a:rPr lang="en-US" b="1" dirty="0"/>
              <a:t>assignment operator</a:t>
            </a:r>
            <a:r>
              <a:rPr lang="en-US" dirty="0"/>
              <a:t>, not "equals". It means "store the value on the right into the variable on the left."</a:t>
            </a:r>
          </a:p>
        </p:txBody>
      </p:sp>
    </p:spTree>
    <p:extLst>
      <p:ext uri="{BB962C8B-B14F-4D97-AF65-F5344CB8AC3E}">
        <p14:creationId xmlns:p14="http://schemas.microsoft.com/office/powerpoint/2010/main" val="22650112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56E2C0B-DF62-42B5-2550-4B6BD8D4D2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8BE81AF-4F6E-9B3A-E958-D22AC259ED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82359E3-BCF4-E39B-668A-9FE0D5BD86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49B4D58-ABD2-1637-535C-CA37EBAA6D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419" y="1280679"/>
            <a:ext cx="7375161" cy="1325563"/>
          </a:xfrm>
        </p:spPr>
        <p:txBody>
          <a:bodyPr anchor="b">
            <a:normAutofit/>
          </a:bodyPr>
          <a:lstStyle/>
          <a:p>
            <a:r>
              <a:rPr lang="en-US" sz="3100" dirty="0">
                <a:solidFill>
                  <a:schemeClr val="tx2"/>
                </a:solidFill>
              </a:rPr>
              <a:t>Examples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AA24485-CEFB-D8D3-D8DA-41B51223C7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217417" y="0"/>
            <a:ext cx="2926583" cy="2382977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F86D1794-C3C8-A65D-07B0-E00F90E637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6CFD5942-0557-7345-B8F9-F936F06081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D76E9EA1-2030-5D92-218C-9559CEB8FC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D706F91-C03C-85A2-7412-88698277BB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5A9C761E-C957-68EA-6C00-0AAA5D7787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0" y="4682671"/>
            <a:ext cx="2174211" cy="2175328"/>
            <a:chOff x="-305" y="-1"/>
            <a:chExt cx="3832880" cy="2876136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2B93B00E-DDF4-084E-8492-05A2BB68AA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DD0C4C7-4D27-8B5E-F70E-FE02CCECFC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74E048FB-B100-508C-6E01-1099338374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A1857CA4-F69C-CA4F-0795-62C4EE9573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D0FDA7E6-7B5E-86BD-C2BC-8AACF4AD9839}"/>
              </a:ext>
            </a:extLst>
          </p:cNvPr>
          <p:cNvSpPr txBox="1"/>
          <p:nvPr/>
        </p:nvSpPr>
        <p:spPr>
          <a:xfrm>
            <a:off x="2481943" y="452845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17" name="Content Placeholder 16">
            <a:extLst>
              <a:ext uri="{FF2B5EF4-FFF2-40B4-BE49-F238E27FC236}">
                <a16:creationId xmlns:a16="http://schemas.microsoft.com/office/drawing/2014/main" id="{FD633622-9F1B-374E-4CCD-53B912A2A4E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2653680"/>
            <a:ext cx="8229600" cy="241900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8FD239D-00E8-1DBA-3917-8964E383F074}"/>
              </a:ext>
            </a:extLst>
          </p:cNvPr>
          <p:cNvSpPr txBox="1"/>
          <p:nvPr/>
        </p:nvSpPr>
        <p:spPr>
          <a:xfrm>
            <a:off x="533401" y="5577321"/>
            <a:ext cx="81533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Key Point</a:t>
            </a:r>
            <a:r>
              <a:rPr lang="en-US" dirty="0"/>
              <a:t>: The = sign is the </a:t>
            </a:r>
            <a:r>
              <a:rPr lang="en-US" b="1" dirty="0"/>
              <a:t>assignment operator</a:t>
            </a:r>
            <a:r>
              <a:rPr lang="en-US" dirty="0"/>
              <a:t>, not "equals". It means "store the value on the right into the variable on the left."</a:t>
            </a:r>
          </a:p>
        </p:txBody>
      </p:sp>
    </p:spTree>
    <p:extLst>
      <p:ext uri="{BB962C8B-B14F-4D97-AF65-F5344CB8AC3E}">
        <p14:creationId xmlns:p14="http://schemas.microsoft.com/office/powerpoint/2010/main" val="8422264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B6B1F05-777C-409D-56E3-FDA7C526D2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2550BE34-C2B8-49B8-8519-67A8CAD51A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A7457DD9-5A45-400A-AB4B-4B4EDECA25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5812" y="365125"/>
            <a:ext cx="8375585" cy="2089317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304ED4A-4E32-8B13-3000-AA6E8D0B9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059" y="586822"/>
            <a:ext cx="2670189" cy="1645920"/>
          </a:xfrm>
        </p:spPr>
        <p:txBody>
          <a:bodyPr>
            <a:normAutofit/>
          </a:bodyPr>
          <a:lstStyle/>
          <a:p>
            <a:r>
              <a:rPr lang="en-US" sz="2800"/>
              <a:t>Common Data Types in Python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41CF7D6-A660-431A-B0BB-140A0D5556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7806" y="1057739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570A85B-3810-4F95-97B0-CBF4CCDB38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999776" y="1402924"/>
            <a:ext cx="1463040" cy="13716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2AFB9DC-A333-D514-A311-55E9C85196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13373" y="586822"/>
            <a:ext cx="4501977" cy="1645920"/>
          </a:xfrm>
        </p:spPr>
        <p:txBody>
          <a:bodyPr anchor="ctr">
            <a:normAutofit/>
          </a:bodyPr>
          <a:lstStyle/>
          <a:p>
            <a:r>
              <a:rPr lang="en-US" sz="1600"/>
              <a:t>Integers</a:t>
            </a:r>
          </a:p>
          <a:p>
            <a:pPr lvl="1"/>
            <a:r>
              <a:rPr lang="en-US" sz="1600"/>
              <a:t>Whole numbers, positive or negative</a:t>
            </a:r>
          </a:p>
          <a:p>
            <a:pPr marL="457200" lvl="1" indent="0">
              <a:buNone/>
            </a:pPr>
            <a:endParaRPr lang="en-US" sz="160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685A714-33DA-14C0-87B8-21449A40EE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338" y="3554890"/>
            <a:ext cx="8373618" cy="184219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BF8400C-3958-02F2-BD34-ADC13034BFB4}"/>
              </a:ext>
            </a:extLst>
          </p:cNvPr>
          <p:cNvSpPr txBox="1"/>
          <p:nvPr/>
        </p:nvSpPr>
        <p:spPr>
          <a:xfrm>
            <a:off x="2481943" y="452845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39692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816EA92-F2E2-AD13-A82C-131E8F0C4C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550BE34-C2B8-49B8-8519-67A8CAD51A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A7457DD9-5A45-400A-AB4B-4B4EDECA25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5812" y="365125"/>
            <a:ext cx="8375585" cy="2089317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11C938D-EB34-4173-FB2D-C99B9660AF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059" y="586822"/>
            <a:ext cx="2670189" cy="1645920"/>
          </a:xfrm>
        </p:spPr>
        <p:txBody>
          <a:bodyPr>
            <a:normAutofit/>
          </a:bodyPr>
          <a:lstStyle/>
          <a:p>
            <a:r>
              <a:rPr lang="en-US" sz="2800"/>
              <a:t>Common Data Types in Python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41CF7D6-A660-431A-B0BB-140A0D5556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7806" y="1057739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570A85B-3810-4F95-97B0-CBF4CCDB38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999776" y="1402924"/>
            <a:ext cx="1463040" cy="13716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9EF6A34-D8D7-4F57-CCC2-DA1A081D2C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13373" y="586822"/>
            <a:ext cx="4501977" cy="1645920"/>
          </a:xfrm>
        </p:spPr>
        <p:txBody>
          <a:bodyPr anchor="ctr">
            <a:normAutofit/>
          </a:bodyPr>
          <a:lstStyle/>
          <a:p>
            <a:r>
              <a:rPr lang="en-US" sz="1600"/>
              <a:t>Floating-Point Numbers (float)</a:t>
            </a:r>
          </a:p>
          <a:p>
            <a:pPr lvl="1"/>
            <a:r>
              <a:rPr lang="en-US" sz="1600"/>
              <a:t>Numbers with decimal points</a:t>
            </a:r>
          </a:p>
          <a:p>
            <a:pPr marL="457200" lvl="1" indent="0">
              <a:buNone/>
            </a:pPr>
            <a:endParaRPr lang="en-US" sz="160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F6C06DA-6C36-AF5F-3692-BB132DF9AF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338" y="3554890"/>
            <a:ext cx="8373618" cy="184219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910F5E9-10B7-1991-FC11-AE4A69A8CB86}"/>
              </a:ext>
            </a:extLst>
          </p:cNvPr>
          <p:cNvSpPr txBox="1"/>
          <p:nvPr/>
        </p:nvSpPr>
        <p:spPr>
          <a:xfrm>
            <a:off x="2481943" y="452845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04442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5A8FA68-7075-EB84-3B34-447235CE70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550BE34-C2B8-49B8-8519-67A8CAD51A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A7457DD9-5A45-400A-AB4B-4B4EDECA25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5812" y="365125"/>
            <a:ext cx="8375585" cy="2089317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F6EDE6A-D339-BB28-7972-B4D16B989F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059" y="586822"/>
            <a:ext cx="2670189" cy="1645920"/>
          </a:xfrm>
        </p:spPr>
        <p:txBody>
          <a:bodyPr>
            <a:normAutofit/>
          </a:bodyPr>
          <a:lstStyle/>
          <a:p>
            <a:r>
              <a:rPr lang="en-US" sz="2800"/>
              <a:t>Common Data Types in Python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41CF7D6-A660-431A-B0BB-140A0D5556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7806" y="1057739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570A85B-3810-4F95-97B0-CBF4CCDB38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999776" y="1402924"/>
            <a:ext cx="1463040" cy="13716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474DEDE-05F1-1F6C-4C92-FAA1B44838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13373" y="586822"/>
            <a:ext cx="4501977" cy="1645920"/>
          </a:xfrm>
        </p:spPr>
        <p:txBody>
          <a:bodyPr anchor="ctr">
            <a:normAutofit/>
          </a:bodyPr>
          <a:lstStyle/>
          <a:p>
            <a:r>
              <a:rPr lang="en-US" sz="1600"/>
              <a:t>String</a:t>
            </a:r>
          </a:p>
          <a:p>
            <a:pPr lvl="1"/>
            <a:r>
              <a:rPr lang="en-US" sz="1600"/>
              <a:t>Text data, enclosed in quotes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B3A3D38-FBB6-F7EA-2355-452428DE06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338" y="3596758"/>
            <a:ext cx="8373618" cy="175846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60A50C1-B6B4-39B4-AFC2-217E7411ED19}"/>
              </a:ext>
            </a:extLst>
          </p:cNvPr>
          <p:cNvSpPr txBox="1"/>
          <p:nvPr/>
        </p:nvSpPr>
        <p:spPr>
          <a:xfrm>
            <a:off x="2481943" y="452845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09441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F66A7F-9BD8-FDC8-E413-AA73ECC786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2550BE34-C2B8-49B8-8519-67A8CAD51A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A7457DD9-5A45-400A-AB4B-4B4EDECA25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5812" y="365125"/>
            <a:ext cx="8375585" cy="2089317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94E73C-D993-1047-29DB-0DBAAF10D5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059" y="586822"/>
            <a:ext cx="2670189" cy="1645920"/>
          </a:xfrm>
        </p:spPr>
        <p:txBody>
          <a:bodyPr>
            <a:normAutofit/>
          </a:bodyPr>
          <a:lstStyle/>
          <a:p>
            <a:r>
              <a:rPr lang="en-US" sz="2800"/>
              <a:t>Common Data Types in Python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41CF7D6-A660-431A-B0BB-140A0D5556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7806" y="1057739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570A85B-3810-4F95-97B0-CBF4CCDB38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999776" y="1402924"/>
            <a:ext cx="1463040" cy="13716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1AF685B-072F-9F55-787E-8EC271B6E1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13373" y="586822"/>
            <a:ext cx="4501977" cy="1645920"/>
          </a:xfrm>
        </p:spPr>
        <p:txBody>
          <a:bodyPr anchor="ctr">
            <a:normAutofit/>
          </a:bodyPr>
          <a:lstStyle/>
          <a:p>
            <a:r>
              <a:rPr lang="en-US" sz="1600"/>
              <a:t>Booleans</a:t>
            </a:r>
          </a:p>
          <a:p>
            <a:pPr lvl="1"/>
            <a:r>
              <a:rPr lang="en-US" sz="1600"/>
              <a:t>True or False values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597C398-1EAC-85AA-464B-E23057CB46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338" y="3586291"/>
            <a:ext cx="8373618" cy="177939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A1BBD52-2059-A0A2-29C6-1787150BA65F}"/>
              </a:ext>
            </a:extLst>
          </p:cNvPr>
          <p:cNvSpPr txBox="1"/>
          <p:nvPr/>
        </p:nvSpPr>
        <p:spPr>
          <a:xfrm>
            <a:off x="2481943" y="452845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835675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F15BC4C-96DD-79BD-72E7-46EE530FC3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5" name="Freeform: Shape 14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14166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7" name="Freeform: Shape 16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08608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E16B3D2-18FC-5F97-7702-E835517ACF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344" y="1161288"/>
            <a:ext cx="2702052" cy="4526280"/>
          </a:xfrm>
        </p:spPr>
        <p:txBody>
          <a:bodyPr>
            <a:normAutofit/>
          </a:bodyPr>
          <a:lstStyle/>
          <a:p>
            <a:r>
              <a:rPr lang="en-US" sz="3500"/>
              <a:t>Variable Naming Rules and Conventions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454728-321D-62CE-091E-BB4D07D82FF9}"/>
              </a:ext>
            </a:extLst>
          </p:cNvPr>
          <p:cNvSpPr txBox="1"/>
          <p:nvPr/>
        </p:nvSpPr>
        <p:spPr>
          <a:xfrm>
            <a:off x="2481943" y="452845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graphicFrame>
        <p:nvGraphicFramePr>
          <p:cNvPr id="9" name="Content Placeholder 6">
            <a:extLst>
              <a:ext uri="{FF2B5EF4-FFF2-40B4-BE49-F238E27FC236}">
                <a16:creationId xmlns:a16="http://schemas.microsoft.com/office/drawing/2014/main" id="{4CD2AB1A-04AF-80A4-1D40-75FE8FF85CA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48099322"/>
              </p:ext>
            </p:extLst>
          </p:nvPr>
        </p:nvGraphicFramePr>
        <p:xfrm>
          <a:off x="3977640" y="676656"/>
          <a:ext cx="4773168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5559900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F62F67E-EB33-339D-49AC-17F0D36FE9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B082622D-AAF3-4897-8629-FC918530DD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A7457DD9-5A45-400A-AB4B-4B4EDECA25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5812" y="365125"/>
            <a:ext cx="8375585" cy="2089317"/>
          </a:xfrm>
          <a:prstGeom prst="rect">
            <a:avLst/>
          </a:prstGeom>
          <a:ln w="12700">
            <a:solidFill>
              <a:srgbClr val="E1E1E1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099CF4C-16EE-650A-E6D9-8D34A9C36D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059" y="641850"/>
            <a:ext cx="2708910" cy="1535865"/>
          </a:xfrm>
        </p:spPr>
        <p:txBody>
          <a:bodyPr>
            <a:normAutofit/>
          </a:bodyPr>
          <a:lstStyle/>
          <a:p>
            <a:r>
              <a:rPr lang="en-US" sz="2800"/>
              <a:t>Good Examples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41CF7D6-A660-431A-B0BB-140A0D5556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7806" y="1057739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570A85B-3810-4F95-97B0-CBF4CCDB38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999776" y="1402924"/>
            <a:ext cx="1463040" cy="13716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D9F21E2-E0D0-DDAB-3437-BA778FEA89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75480" y="641850"/>
            <a:ext cx="4539870" cy="1535865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endParaRPr lang="en-US" sz="1600"/>
          </a:p>
          <a:p>
            <a:pPr marL="0" indent="0">
              <a:buNone/>
            </a:pPr>
            <a:endParaRPr lang="en-US" sz="1600"/>
          </a:p>
          <a:p>
            <a:endParaRPr lang="en-US" sz="16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F1FFE40-6EEA-7233-70DC-6FB3BE22838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9316" b="1"/>
          <a:stretch>
            <a:fillRect/>
          </a:stretch>
        </p:blipFill>
        <p:spPr>
          <a:xfrm>
            <a:off x="415812" y="2731167"/>
            <a:ext cx="8375585" cy="348498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F6DD61B-35B1-2649-5474-F41CC6000649}"/>
              </a:ext>
            </a:extLst>
          </p:cNvPr>
          <p:cNvSpPr txBox="1"/>
          <p:nvPr/>
        </p:nvSpPr>
        <p:spPr>
          <a:xfrm>
            <a:off x="2481943" y="452845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939611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A666B72-370B-510A-C743-121DC8A327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B082622D-AAF3-4897-8629-FC918530DD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A7457DD9-5A45-400A-AB4B-4B4EDECA25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5812" y="365125"/>
            <a:ext cx="8375585" cy="2089317"/>
          </a:xfrm>
          <a:prstGeom prst="rect">
            <a:avLst/>
          </a:prstGeom>
          <a:ln w="12700">
            <a:solidFill>
              <a:srgbClr val="E1E1E1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6F41FE-A10F-3A12-E599-39BE647A85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059" y="641850"/>
            <a:ext cx="2708910" cy="1535865"/>
          </a:xfrm>
        </p:spPr>
        <p:txBody>
          <a:bodyPr>
            <a:normAutofit/>
          </a:bodyPr>
          <a:lstStyle/>
          <a:p>
            <a:r>
              <a:rPr lang="en-US" sz="2800"/>
              <a:t>Bad Examples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41CF7D6-A660-431A-B0BB-140A0D5556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7806" y="1057739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570A85B-3810-4F95-97B0-CBF4CCDB38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999776" y="1402924"/>
            <a:ext cx="1463040" cy="13716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675B5E0-35E9-BF81-7BE1-15AE055698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75480" y="641850"/>
            <a:ext cx="4539870" cy="1535865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endParaRPr lang="en-US" sz="1600"/>
          </a:p>
          <a:p>
            <a:pPr marL="0" indent="0">
              <a:buNone/>
            </a:pPr>
            <a:endParaRPr lang="en-US" sz="1600"/>
          </a:p>
          <a:p>
            <a:endParaRPr lang="en-US" sz="160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EF01E57-56E9-F606-D454-F24062A5B98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0518"/>
          <a:stretch>
            <a:fillRect/>
          </a:stretch>
        </p:blipFill>
        <p:spPr>
          <a:xfrm>
            <a:off x="415812" y="2731167"/>
            <a:ext cx="8375585" cy="348498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050D66C-6629-6628-9F36-47FC340FF532}"/>
              </a:ext>
            </a:extLst>
          </p:cNvPr>
          <p:cNvSpPr txBox="1"/>
          <p:nvPr/>
        </p:nvSpPr>
        <p:spPr>
          <a:xfrm>
            <a:off x="2481943" y="452845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219910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F563F90-EA52-24E7-9C65-EF35AB4E75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288C6FCA-C477-A4F9-CA56-F16C24D9B92B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r="11334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6A0336E-5560-1ADA-91A4-00AE6E02F4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n-US"/>
              <a:t>Variable Naming Conventions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0302D1-CFC0-D494-60CA-39F65A355A63}"/>
              </a:ext>
            </a:extLst>
          </p:cNvPr>
          <p:cNvSpPr txBox="1"/>
          <p:nvPr/>
        </p:nvSpPr>
        <p:spPr>
          <a:xfrm>
            <a:off x="2481943" y="452845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graphicFrame>
        <p:nvGraphicFramePr>
          <p:cNvPr id="9" name="Content Placeholder 6">
            <a:extLst>
              <a:ext uri="{FF2B5EF4-FFF2-40B4-BE49-F238E27FC236}">
                <a16:creationId xmlns:a16="http://schemas.microsoft.com/office/drawing/2014/main" id="{C82D5CEC-A90D-01CF-A312-8D468D82865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71271794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48688762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198DFD2-2FAA-F86F-92EB-38E6D06220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017517EF-BD4D-4055-BDB4-A322C53568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0ADDB668-2CA4-4D2B-9C34-3487CA330B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3664" y="304802"/>
            <a:ext cx="8323012" cy="1573149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0B48A7B-0789-4A87-6B4F-64D3B4CEC5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6267" y="405575"/>
            <a:ext cx="4822811" cy="13716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5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Variable Naming Conventions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568BC19-F052-4108-93E1-6A3D1DEC07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088" y="764424"/>
            <a:ext cx="96012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5FD337D-4D6B-4C8B-B6F5-121097E098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216842" y="1069550"/>
            <a:ext cx="1021458" cy="13716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5526716A-BE66-254C-7339-747AFFFD837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1793" y="2487997"/>
            <a:ext cx="8323012" cy="341243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F3D6E10-FE94-33A3-FB3A-14E617057E3B}"/>
              </a:ext>
            </a:extLst>
          </p:cNvPr>
          <p:cNvSpPr txBox="1"/>
          <p:nvPr/>
        </p:nvSpPr>
        <p:spPr>
          <a:xfrm>
            <a:off x="2481943" y="452845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674541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5305145-A5D6-D055-309D-6B5DCEF995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17517EF-BD4D-4055-BDB4-A322C53568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0ADDB668-2CA4-4D2B-9C34-3487CA330B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3664" y="304802"/>
            <a:ext cx="8323012" cy="1573149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674535-093F-B774-B3C7-BAB3589866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6267" y="405575"/>
            <a:ext cx="4822811" cy="13716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5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Displaying Variable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568BC19-F052-4108-93E1-6A3D1DEC07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088" y="764424"/>
            <a:ext cx="96012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5FD337D-4D6B-4C8B-B6F5-121097E098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216842" y="1069550"/>
            <a:ext cx="1021458" cy="13716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A3D1ECA-9A3C-0B09-D3EC-DD21AEA16A1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1793" y="2841725"/>
            <a:ext cx="8323012" cy="270497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6D3906D-C2FB-626B-3327-6F54C52B284E}"/>
              </a:ext>
            </a:extLst>
          </p:cNvPr>
          <p:cNvSpPr txBox="1"/>
          <p:nvPr/>
        </p:nvSpPr>
        <p:spPr>
          <a:xfrm>
            <a:off x="2481943" y="452845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439777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5A19EF5-CC90-A73F-08B1-A814D99253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017517EF-BD4D-4055-BDB4-A322C53568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0ADDB668-2CA4-4D2B-9C34-3487CA330B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3664" y="304802"/>
            <a:ext cx="8323012" cy="1573149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A7BED0E-7F92-ED50-6054-E262F89304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6267" y="405575"/>
            <a:ext cx="4822811" cy="13716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5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Getting User Input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568BC19-F052-4108-93E1-6A3D1DEC07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088" y="764424"/>
            <a:ext cx="96012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5FD337D-4D6B-4C8B-B6F5-121097E098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216842" y="1069550"/>
            <a:ext cx="1021458" cy="13716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BBD4DEB0-0A83-EF25-52A9-1590F42F9BC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1793" y="3122628"/>
            <a:ext cx="8323012" cy="214317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AB9C928-E788-B28E-83B6-A4970D19A3B0}"/>
              </a:ext>
            </a:extLst>
          </p:cNvPr>
          <p:cNvSpPr txBox="1"/>
          <p:nvPr/>
        </p:nvSpPr>
        <p:spPr>
          <a:xfrm>
            <a:off x="2481943" y="452845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579134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DFA23F0-9C13-2033-F043-FC2F73BB14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BCED4D40-4B67-4331-AC48-79B82B4A4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0F982CD-4CB5-EB8B-E81B-D00FD0CA44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160" y="417576"/>
            <a:ext cx="8182230" cy="124939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57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Using Math Operators</a:t>
            </a:r>
          </a:p>
        </p:txBody>
      </p:sp>
      <p:sp>
        <p:nvSpPr>
          <p:cNvPr id="32" name="sketch line">
            <a:extLst>
              <a:ext uri="{FF2B5EF4-FFF2-40B4-BE49-F238E27FC236}">
                <a16:creationId xmlns:a16="http://schemas.microsoft.com/office/drawing/2014/main" id="{670CEDEF-4F34-412E-84EE-329C1E93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855776" y="1733454"/>
            <a:ext cx="3429000" cy="18288"/>
          </a:xfrm>
          <a:custGeom>
            <a:avLst/>
            <a:gdLst>
              <a:gd name="connsiteX0" fmla="*/ 0 w 3429000"/>
              <a:gd name="connsiteY0" fmla="*/ 0 h 18288"/>
              <a:gd name="connsiteX1" fmla="*/ 685800 w 3429000"/>
              <a:gd name="connsiteY1" fmla="*/ 0 h 18288"/>
              <a:gd name="connsiteX2" fmla="*/ 1371600 w 3429000"/>
              <a:gd name="connsiteY2" fmla="*/ 0 h 18288"/>
              <a:gd name="connsiteX3" fmla="*/ 2057400 w 3429000"/>
              <a:gd name="connsiteY3" fmla="*/ 0 h 18288"/>
              <a:gd name="connsiteX4" fmla="*/ 2674620 w 3429000"/>
              <a:gd name="connsiteY4" fmla="*/ 0 h 18288"/>
              <a:gd name="connsiteX5" fmla="*/ 3429000 w 3429000"/>
              <a:gd name="connsiteY5" fmla="*/ 0 h 18288"/>
              <a:gd name="connsiteX6" fmla="*/ 3429000 w 3429000"/>
              <a:gd name="connsiteY6" fmla="*/ 18288 h 18288"/>
              <a:gd name="connsiteX7" fmla="*/ 2811780 w 3429000"/>
              <a:gd name="connsiteY7" fmla="*/ 18288 h 18288"/>
              <a:gd name="connsiteX8" fmla="*/ 2228850 w 3429000"/>
              <a:gd name="connsiteY8" fmla="*/ 18288 h 18288"/>
              <a:gd name="connsiteX9" fmla="*/ 1543050 w 3429000"/>
              <a:gd name="connsiteY9" fmla="*/ 18288 h 18288"/>
              <a:gd name="connsiteX10" fmla="*/ 925830 w 3429000"/>
              <a:gd name="connsiteY10" fmla="*/ 18288 h 18288"/>
              <a:gd name="connsiteX11" fmla="*/ 0 w 3429000"/>
              <a:gd name="connsiteY11" fmla="*/ 18288 h 18288"/>
              <a:gd name="connsiteX12" fmla="*/ 0 w 342900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29000" h="18288" fill="none" extrusionOk="0">
                <a:moveTo>
                  <a:pt x="0" y="0"/>
                </a:moveTo>
                <a:cubicBezTo>
                  <a:pt x="219865" y="20479"/>
                  <a:pt x="493281" y="26186"/>
                  <a:pt x="685800" y="0"/>
                </a:cubicBezTo>
                <a:cubicBezTo>
                  <a:pt x="878319" y="-26186"/>
                  <a:pt x="1121382" y="-11869"/>
                  <a:pt x="1371600" y="0"/>
                </a:cubicBezTo>
                <a:cubicBezTo>
                  <a:pt x="1621818" y="11869"/>
                  <a:pt x="1878793" y="32281"/>
                  <a:pt x="2057400" y="0"/>
                </a:cubicBezTo>
                <a:cubicBezTo>
                  <a:pt x="2236007" y="-32281"/>
                  <a:pt x="2433797" y="-18251"/>
                  <a:pt x="2674620" y="0"/>
                </a:cubicBezTo>
                <a:cubicBezTo>
                  <a:pt x="2915443" y="18251"/>
                  <a:pt x="3205923" y="-1443"/>
                  <a:pt x="3429000" y="0"/>
                </a:cubicBezTo>
                <a:cubicBezTo>
                  <a:pt x="3429442" y="4516"/>
                  <a:pt x="3428173" y="12266"/>
                  <a:pt x="3429000" y="18288"/>
                </a:cubicBezTo>
                <a:cubicBezTo>
                  <a:pt x="3221081" y="48608"/>
                  <a:pt x="3088001" y="8066"/>
                  <a:pt x="2811780" y="18288"/>
                </a:cubicBezTo>
                <a:cubicBezTo>
                  <a:pt x="2535559" y="28510"/>
                  <a:pt x="2481355" y="24898"/>
                  <a:pt x="2228850" y="18288"/>
                </a:cubicBezTo>
                <a:cubicBezTo>
                  <a:pt x="1976345" y="11679"/>
                  <a:pt x="1807520" y="48356"/>
                  <a:pt x="1543050" y="18288"/>
                </a:cubicBezTo>
                <a:cubicBezTo>
                  <a:pt x="1278580" y="-11780"/>
                  <a:pt x="1181944" y="5123"/>
                  <a:pt x="925830" y="18288"/>
                </a:cubicBezTo>
                <a:cubicBezTo>
                  <a:pt x="669716" y="31453"/>
                  <a:pt x="410304" y="34815"/>
                  <a:pt x="0" y="18288"/>
                </a:cubicBezTo>
                <a:cubicBezTo>
                  <a:pt x="-306" y="11477"/>
                  <a:pt x="485" y="4355"/>
                  <a:pt x="0" y="0"/>
                </a:cubicBezTo>
                <a:close/>
              </a:path>
              <a:path w="3429000" h="18288" stroke="0" extrusionOk="0">
                <a:moveTo>
                  <a:pt x="0" y="0"/>
                </a:moveTo>
                <a:cubicBezTo>
                  <a:pt x="174095" y="-12874"/>
                  <a:pt x="443087" y="-14090"/>
                  <a:pt x="617220" y="0"/>
                </a:cubicBezTo>
                <a:cubicBezTo>
                  <a:pt x="791353" y="14090"/>
                  <a:pt x="1072677" y="8451"/>
                  <a:pt x="1200150" y="0"/>
                </a:cubicBezTo>
                <a:cubicBezTo>
                  <a:pt x="1327623" y="-8451"/>
                  <a:pt x="1526638" y="19866"/>
                  <a:pt x="1817370" y="0"/>
                </a:cubicBezTo>
                <a:cubicBezTo>
                  <a:pt x="2108102" y="-19866"/>
                  <a:pt x="2221289" y="26161"/>
                  <a:pt x="2503170" y="0"/>
                </a:cubicBezTo>
                <a:cubicBezTo>
                  <a:pt x="2785051" y="-26161"/>
                  <a:pt x="3022134" y="39178"/>
                  <a:pt x="3429000" y="0"/>
                </a:cubicBezTo>
                <a:cubicBezTo>
                  <a:pt x="3429577" y="4624"/>
                  <a:pt x="3429819" y="11191"/>
                  <a:pt x="3429000" y="18288"/>
                </a:cubicBezTo>
                <a:cubicBezTo>
                  <a:pt x="3103464" y="593"/>
                  <a:pt x="2887909" y="22940"/>
                  <a:pt x="2743200" y="18288"/>
                </a:cubicBezTo>
                <a:cubicBezTo>
                  <a:pt x="2598491" y="13636"/>
                  <a:pt x="2362615" y="10656"/>
                  <a:pt x="1988820" y="18288"/>
                </a:cubicBezTo>
                <a:cubicBezTo>
                  <a:pt x="1615025" y="25920"/>
                  <a:pt x="1580494" y="3693"/>
                  <a:pt x="1405890" y="18288"/>
                </a:cubicBezTo>
                <a:cubicBezTo>
                  <a:pt x="1231286" y="32884"/>
                  <a:pt x="885259" y="-16285"/>
                  <a:pt x="651510" y="18288"/>
                </a:cubicBezTo>
                <a:cubicBezTo>
                  <a:pt x="417761" y="52861"/>
                  <a:pt x="138362" y="-13856"/>
                  <a:pt x="0" y="18288"/>
                </a:cubicBezTo>
                <a:cubicBezTo>
                  <a:pt x="-171" y="12755"/>
                  <a:pt x="-690" y="793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EDEA8589-AF0E-BD7E-0140-89563D8250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2442" y="2633472"/>
            <a:ext cx="6156829" cy="358635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418BDD4-8B5E-18A0-83B1-BA05FFC44E46}"/>
              </a:ext>
            </a:extLst>
          </p:cNvPr>
          <p:cNvSpPr txBox="1"/>
          <p:nvPr/>
        </p:nvSpPr>
        <p:spPr>
          <a:xfrm>
            <a:off x="2481943" y="452845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415688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706B2E-DB22-B36D-4AD8-AD583F19D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C59AB4C8-9178-4F7A-8404-6890510B59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9EB35BE-0BDF-C494-761C-F454986259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160" y="457201"/>
            <a:ext cx="8182230" cy="1832654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57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Getting User Input</a:t>
            </a:r>
          </a:p>
        </p:txBody>
      </p:sp>
      <p:sp>
        <p:nvSpPr>
          <p:cNvPr id="23" name="sketch line">
            <a:extLst>
              <a:ext uri="{FF2B5EF4-FFF2-40B4-BE49-F238E27FC236}">
                <a16:creationId xmlns:a16="http://schemas.microsoft.com/office/drawing/2014/main" id="{4CFDFB37-4BC7-42C6-915D-A6609139B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855776" y="2343912"/>
            <a:ext cx="3429000" cy="18288"/>
          </a:xfrm>
          <a:custGeom>
            <a:avLst/>
            <a:gdLst>
              <a:gd name="connsiteX0" fmla="*/ 0 w 3429000"/>
              <a:gd name="connsiteY0" fmla="*/ 0 h 18288"/>
              <a:gd name="connsiteX1" fmla="*/ 685800 w 3429000"/>
              <a:gd name="connsiteY1" fmla="*/ 0 h 18288"/>
              <a:gd name="connsiteX2" fmla="*/ 1371600 w 3429000"/>
              <a:gd name="connsiteY2" fmla="*/ 0 h 18288"/>
              <a:gd name="connsiteX3" fmla="*/ 2057400 w 3429000"/>
              <a:gd name="connsiteY3" fmla="*/ 0 h 18288"/>
              <a:gd name="connsiteX4" fmla="*/ 2674620 w 3429000"/>
              <a:gd name="connsiteY4" fmla="*/ 0 h 18288"/>
              <a:gd name="connsiteX5" fmla="*/ 3429000 w 3429000"/>
              <a:gd name="connsiteY5" fmla="*/ 0 h 18288"/>
              <a:gd name="connsiteX6" fmla="*/ 3429000 w 3429000"/>
              <a:gd name="connsiteY6" fmla="*/ 18288 h 18288"/>
              <a:gd name="connsiteX7" fmla="*/ 2811780 w 3429000"/>
              <a:gd name="connsiteY7" fmla="*/ 18288 h 18288"/>
              <a:gd name="connsiteX8" fmla="*/ 2228850 w 3429000"/>
              <a:gd name="connsiteY8" fmla="*/ 18288 h 18288"/>
              <a:gd name="connsiteX9" fmla="*/ 1543050 w 3429000"/>
              <a:gd name="connsiteY9" fmla="*/ 18288 h 18288"/>
              <a:gd name="connsiteX10" fmla="*/ 925830 w 3429000"/>
              <a:gd name="connsiteY10" fmla="*/ 18288 h 18288"/>
              <a:gd name="connsiteX11" fmla="*/ 0 w 3429000"/>
              <a:gd name="connsiteY11" fmla="*/ 18288 h 18288"/>
              <a:gd name="connsiteX12" fmla="*/ 0 w 342900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29000" h="18288" fill="none" extrusionOk="0">
                <a:moveTo>
                  <a:pt x="0" y="0"/>
                </a:moveTo>
                <a:cubicBezTo>
                  <a:pt x="219865" y="20479"/>
                  <a:pt x="493281" y="26186"/>
                  <a:pt x="685800" y="0"/>
                </a:cubicBezTo>
                <a:cubicBezTo>
                  <a:pt x="878319" y="-26186"/>
                  <a:pt x="1121382" y="-11869"/>
                  <a:pt x="1371600" y="0"/>
                </a:cubicBezTo>
                <a:cubicBezTo>
                  <a:pt x="1621818" y="11869"/>
                  <a:pt x="1878793" y="32281"/>
                  <a:pt x="2057400" y="0"/>
                </a:cubicBezTo>
                <a:cubicBezTo>
                  <a:pt x="2236007" y="-32281"/>
                  <a:pt x="2433797" y="-18251"/>
                  <a:pt x="2674620" y="0"/>
                </a:cubicBezTo>
                <a:cubicBezTo>
                  <a:pt x="2915443" y="18251"/>
                  <a:pt x="3205923" y="-1443"/>
                  <a:pt x="3429000" y="0"/>
                </a:cubicBezTo>
                <a:cubicBezTo>
                  <a:pt x="3429442" y="4516"/>
                  <a:pt x="3428173" y="12266"/>
                  <a:pt x="3429000" y="18288"/>
                </a:cubicBezTo>
                <a:cubicBezTo>
                  <a:pt x="3221081" y="48608"/>
                  <a:pt x="3088001" y="8066"/>
                  <a:pt x="2811780" y="18288"/>
                </a:cubicBezTo>
                <a:cubicBezTo>
                  <a:pt x="2535559" y="28510"/>
                  <a:pt x="2481355" y="24898"/>
                  <a:pt x="2228850" y="18288"/>
                </a:cubicBezTo>
                <a:cubicBezTo>
                  <a:pt x="1976345" y="11679"/>
                  <a:pt x="1807520" y="48356"/>
                  <a:pt x="1543050" y="18288"/>
                </a:cubicBezTo>
                <a:cubicBezTo>
                  <a:pt x="1278580" y="-11780"/>
                  <a:pt x="1181944" y="5123"/>
                  <a:pt x="925830" y="18288"/>
                </a:cubicBezTo>
                <a:cubicBezTo>
                  <a:pt x="669716" y="31453"/>
                  <a:pt x="410304" y="34815"/>
                  <a:pt x="0" y="18288"/>
                </a:cubicBezTo>
                <a:cubicBezTo>
                  <a:pt x="-306" y="11477"/>
                  <a:pt x="485" y="4355"/>
                  <a:pt x="0" y="0"/>
                </a:cubicBezTo>
                <a:close/>
              </a:path>
              <a:path w="3429000" h="18288" stroke="0" extrusionOk="0">
                <a:moveTo>
                  <a:pt x="0" y="0"/>
                </a:moveTo>
                <a:cubicBezTo>
                  <a:pt x="174095" y="-12874"/>
                  <a:pt x="443087" y="-14090"/>
                  <a:pt x="617220" y="0"/>
                </a:cubicBezTo>
                <a:cubicBezTo>
                  <a:pt x="791353" y="14090"/>
                  <a:pt x="1072677" y="8451"/>
                  <a:pt x="1200150" y="0"/>
                </a:cubicBezTo>
                <a:cubicBezTo>
                  <a:pt x="1327623" y="-8451"/>
                  <a:pt x="1526638" y="19866"/>
                  <a:pt x="1817370" y="0"/>
                </a:cubicBezTo>
                <a:cubicBezTo>
                  <a:pt x="2108102" y="-19866"/>
                  <a:pt x="2221289" y="26161"/>
                  <a:pt x="2503170" y="0"/>
                </a:cubicBezTo>
                <a:cubicBezTo>
                  <a:pt x="2785051" y="-26161"/>
                  <a:pt x="3022134" y="39178"/>
                  <a:pt x="3429000" y="0"/>
                </a:cubicBezTo>
                <a:cubicBezTo>
                  <a:pt x="3429577" y="4624"/>
                  <a:pt x="3429819" y="11191"/>
                  <a:pt x="3429000" y="18288"/>
                </a:cubicBezTo>
                <a:cubicBezTo>
                  <a:pt x="3103464" y="593"/>
                  <a:pt x="2887909" y="22940"/>
                  <a:pt x="2743200" y="18288"/>
                </a:cubicBezTo>
                <a:cubicBezTo>
                  <a:pt x="2598491" y="13636"/>
                  <a:pt x="2362615" y="10656"/>
                  <a:pt x="1988820" y="18288"/>
                </a:cubicBezTo>
                <a:cubicBezTo>
                  <a:pt x="1615025" y="25920"/>
                  <a:pt x="1580494" y="3693"/>
                  <a:pt x="1405890" y="18288"/>
                </a:cubicBezTo>
                <a:cubicBezTo>
                  <a:pt x="1231286" y="32884"/>
                  <a:pt x="885259" y="-16285"/>
                  <a:pt x="651510" y="18288"/>
                </a:cubicBezTo>
                <a:cubicBezTo>
                  <a:pt x="417761" y="52861"/>
                  <a:pt x="138362" y="-13856"/>
                  <a:pt x="0" y="18288"/>
                </a:cubicBezTo>
                <a:cubicBezTo>
                  <a:pt x="-171" y="12755"/>
                  <a:pt x="-690" y="793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5EB1A407-CD6D-224E-4EEF-BA48460B93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030" y="3560444"/>
            <a:ext cx="8661654" cy="223037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1473D11-3719-7815-9D4E-91334D4EFC2E}"/>
              </a:ext>
            </a:extLst>
          </p:cNvPr>
          <p:cNvSpPr txBox="1"/>
          <p:nvPr/>
        </p:nvSpPr>
        <p:spPr>
          <a:xfrm>
            <a:off x="2481943" y="452845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129344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BCED4D40-4B67-4331-AC48-79B82B4A4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C4F31AF-6F3B-D5B5-3483-13E4B4327E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160" y="417576"/>
            <a:ext cx="8182230" cy="124939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4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Common Mistakes and How to Avoid Them</a:t>
            </a:r>
          </a:p>
        </p:txBody>
      </p:sp>
      <p:sp>
        <p:nvSpPr>
          <p:cNvPr id="25" name="sketch line">
            <a:extLst>
              <a:ext uri="{FF2B5EF4-FFF2-40B4-BE49-F238E27FC236}">
                <a16:creationId xmlns:a16="http://schemas.microsoft.com/office/drawing/2014/main" id="{670CEDEF-4F34-412E-84EE-329C1E93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855776" y="1733454"/>
            <a:ext cx="3429000" cy="18288"/>
          </a:xfrm>
          <a:custGeom>
            <a:avLst/>
            <a:gdLst>
              <a:gd name="connsiteX0" fmla="*/ 0 w 3429000"/>
              <a:gd name="connsiteY0" fmla="*/ 0 h 18288"/>
              <a:gd name="connsiteX1" fmla="*/ 685800 w 3429000"/>
              <a:gd name="connsiteY1" fmla="*/ 0 h 18288"/>
              <a:gd name="connsiteX2" fmla="*/ 1371600 w 3429000"/>
              <a:gd name="connsiteY2" fmla="*/ 0 h 18288"/>
              <a:gd name="connsiteX3" fmla="*/ 2057400 w 3429000"/>
              <a:gd name="connsiteY3" fmla="*/ 0 h 18288"/>
              <a:gd name="connsiteX4" fmla="*/ 2674620 w 3429000"/>
              <a:gd name="connsiteY4" fmla="*/ 0 h 18288"/>
              <a:gd name="connsiteX5" fmla="*/ 3429000 w 3429000"/>
              <a:gd name="connsiteY5" fmla="*/ 0 h 18288"/>
              <a:gd name="connsiteX6" fmla="*/ 3429000 w 3429000"/>
              <a:gd name="connsiteY6" fmla="*/ 18288 h 18288"/>
              <a:gd name="connsiteX7" fmla="*/ 2811780 w 3429000"/>
              <a:gd name="connsiteY7" fmla="*/ 18288 h 18288"/>
              <a:gd name="connsiteX8" fmla="*/ 2228850 w 3429000"/>
              <a:gd name="connsiteY8" fmla="*/ 18288 h 18288"/>
              <a:gd name="connsiteX9" fmla="*/ 1543050 w 3429000"/>
              <a:gd name="connsiteY9" fmla="*/ 18288 h 18288"/>
              <a:gd name="connsiteX10" fmla="*/ 925830 w 3429000"/>
              <a:gd name="connsiteY10" fmla="*/ 18288 h 18288"/>
              <a:gd name="connsiteX11" fmla="*/ 0 w 3429000"/>
              <a:gd name="connsiteY11" fmla="*/ 18288 h 18288"/>
              <a:gd name="connsiteX12" fmla="*/ 0 w 342900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29000" h="18288" fill="none" extrusionOk="0">
                <a:moveTo>
                  <a:pt x="0" y="0"/>
                </a:moveTo>
                <a:cubicBezTo>
                  <a:pt x="219865" y="20479"/>
                  <a:pt x="493281" y="26186"/>
                  <a:pt x="685800" y="0"/>
                </a:cubicBezTo>
                <a:cubicBezTo>
                  <a:pt x="878319" y="-26186"/>
                  <a:pt x="1121382" y="-11869"/>
                  <a:pt x="1371600" y="0"/>
                </a:cubicBezTo>
                <a:cubicBezTo>
                  <a:pt x="1621818" y="11869"/>
                  <a:pt x="1878793" y="32281"/>
                  <a:pt x="2057400" y="0"/>
                </a:cubicBezTo>
                <a:cubicBezTo>
                  <a:pt x="2236007" y="-32281"/>
                  <a:pt x="2433797" y="-18251"/>
                  <a:pt x="2674620" y="0"/>
                </a:cubicBezTo>
                <a:cubicBezTo>
                  <a:pt x="2915443" y="18251"/>
                  <a:pt x="3205923" y="-1443"/>
                  <a:pt x="3429000" y="0"/>
                </a:cubicBezTo>
                <a:cubicBezTo>
                  <a:pt x="3429442" y="4516"/>
                  <a:pt x="3428173" y="12266"/>
                  <a:pt x="3429000" y="18288"/>
                </a:cubicBezTo>
                <a:cubicBezTo>
                  <a:pt x="3221081" y="48608"/>
                  <a:pt x="3088001" y="8066"/>
                  <a:pt x="2811780" y="18288"/>
                </a:cubicBezTo>
                <a:cubicBezTo>
                  <a:pt x="2535559" y="28510"/>
                  <a:pt x="2481355" y="24898"/>
                  <a:pt x="2228850" y="18288"/>
                </a:cubicBezTo>
                <a:cubicBezTo>
                  <a:pt x="1976345" y="11679"/>
                  <a:pt x="1807520" y="48356"/>
                  <a:pt x="1543050" y="18288"/>
                </a:cubicBezTo>
                <a:cubicBezTo>
                  <a:pt x="1278580" y="-11780"/>
                  <a:pt x="1181944" y="5123"/>
                  <a:pt x="925830" y="18288"/>
                </a:cubicBezTo>
                <a:cubicBezTo>
                  <a:pt x="669716" y="31453"/>
                  <a:pt x="410304" y="34815"/>
                  <a:pt x="0" y="18288"/>
                </a:cubicBezTo>
                <a:cubicBezTo>
                  <a:pt x="-306" y="11477"/>
                  <a:pt x="485" y="4355"/>
                  <a:pt x="0" y="0"/>
                </a:cubicBezTo>
                <a:close/>
              </a:path>
              <a:path w="3429000" h="18288" stroke="0" extrusionOk="0">
                <a:moveTo>
                  <a:pt x="0" y="0"/>
                </a:moveTo>
                <a:cubicBezTo>
                  <a:pt x="174095" y="-12874"/>
                  <a:pt x="443087" y="-14090"/>
                  <a:pt x="617220" y="0"/>
                </a:cubicBezTo>
                <a:cubicBezTo>
                  <a:pt x="791353" y="14090"/>
                  <a:pt x="1072677" y="8451"/>
                  <a:pt x="1200150" y="0"/>
                </a:cubicBezTo>
                <a:cubicBezTo>
                  <a:pt x="1327623" y="-8451"/>
                  <a:pt x="1526638" y="19866"/>
                  <a:pt x="1817370" y="0"/>
                </a:cubicBezTo>
                <a:cubicBezTo>
                  <a:pt x="2108102" y="-19866"/>
                  <a:pt x="2221289" y="26161"/>
                  <a:pt x="2503170" y="0"/>
                </a:cubicBezTo>
                <a:cubicBezTo>
                  <a:pt x="2785051" y="-26161"/>
                  <a:pt x="3022134" y="39178"/>
                  <a:pt x="3429000" y="0"/>
                </a:cubicBezTo>
                <a:cubicBezTo>
                  <a:pt x="3429577" y="4624"/>
                  <a:pt x="3429819" y="11191"/>
                  <a:pt x="3429000" y="18288"/>
                </a:cubicBezTo>
                <a:cubicBezTo>
                  <a:pt x="3103464" y="593"/>
                  <a:pt x="2887909" y="22940"/>
                  <a:pt x="2743200" y="18288"/>
                </a:cubicBezTo>
                <a:cubicBezTo>
                  <a:pt x="2598491" y="13636"/>
                  <a:pt x="2362615" y="10656"/>
                  <a:pt x="1988820" y="18288"/>
                </a:cubicBezTo>
                <a:cubicBezTo>
                  <a:pt x="1615025" y="25920"/>
                  <a:pt x="1580494" y="3693"/>
                  <a:pt x="1405890" y="18288"/>
                </a:cubicBezTo>
                <a:cubicBezTo>
                  <a:pt x="1231286" y="32884"/>
                  <a:pt x="885259" y="-16285"/>
                  <a:pt x="651510" y="18288"/>
                </a:cubicBezTo>
                <a:cubicBezTo>
                  <a:pt x="417761" y="52861"/>
                  <a:pt x="138362" y="-13856"/>
                  <a:pt x="0" y="18288"/>
                </a:cubicBezTo>
                <a:cubicBezTo>
                  <a:pt x="-171" y="12755"/>
                  <a:pt x="-690" y="793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A88AE3D-CBBE-2513-D6F2-35AF8713FB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030" y="3419732"/>
            <a:ext cx="8661654" cy="2013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884884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852CC58-D394-F414-1386-073D55DBB1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BCED4D40-4B67-4331-AC48-79B82B4A4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2ABE19-780A-8D60-387E-17BF251174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160" y="417576"/>
            <a:ext cx="8182230" cy="124939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4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Common Mistakes and How to Avoid Them</a:t>
            </a:r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670CEDEF-4F34-412E-84EE-329C1E93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855776" y="1733454"/>
            <a:ext cx="3429000" cy="18288"/>
          </a:xfrm>
          <a:custGeom>
            <a:avLst/>
            <a:gdLst>
              <a:gd name="connsiteX0" fmla="*/ 0 w 3429000"/>
              <a:gd name="connsiteY0" fmla="*/ 0 h 18288"/>
              <a:gd name="connsiteX1" fmla="*/ 685800 w 3429000"/>
              <a:gd name="connsiteY1" fmla="*/ 0 h 18288"/>
              <a:gd name="connsiteX2" fmla="*/ 1371600 w 3429000"/>
              <a:gd name="connsiteY2" fmla="*/ 0 h 18288"/>
              <a:gd name="connsiteX3" fmla="*/ 2057400 w 3429000"/>
              <a:gd name="connsiteY3" fmla="*/ 0 h 18288"/>
              <a:gd name="connsiteX4" fmla="*/ 2674620 w 3429000"/>
              <a:gd name="connsiteY4" fmla="*/ 0 h 18288"/>
              <a:gd name="connsiteX5" fmla="*/ 3429000 w 3429000"/>
              <a:gd name="connsiteY5" fmla="*/ 0 h 18288"/>
              <a:gd name="connsiteX6" fmla="*/ 3429000 w 3429000"/>
              <a:gd name="connsiteY6" fmla="*/ 18288 h 18288"/>
              <a:gd name="connsiteX7" fmla="*/ 2811780 w 3429000"/>
              <a:gd name="connsiteY7" fmla="*/ 18288 h 18288"/>
              <a:gd name="connsiteX8" fmla="*/ 2228850 w 3429000"/>
              <a:gd name="connsiteY8" fmla="*/ 18288 h 18288"/>
              <a:gd name="connsiteX9" fmla="*/ 1543050 w 3429000"/>
              <a:gd name="connsiteY9" fmla="*/ 18288 h 18288"/>
              <a:gd name="connsiteX10" fmla="*/ 925830 w 3429000"/>
              <a:gd name="connsiteY10" fmla="*/ 18288 h 18288"/>
              <a:gd name="connsiteX11" fmla="*/ 0 w 3429000"/>
              <a:gd name="connsiteY11" fmla="*/ 18288 h 18288"/>
              <a:gd name="connsiteX12" fmla="*/ 0 w 342900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29000" h="18288" fill="none" extrusionOk="0">
                <a:moveTo>
                  <a:pt x="0" y="0"/>
                </a:moveTo>
                <a:cubicBezTo>
                  <a:pt x="219865" y="20479"/>
                  <a:pt x="493281" y="26186"/>
                  <a:pt x="685800" y="0"/>
                </a:cubicBezTo>
                <a:cubicBezTo>
                  <a:pt x="878319" y="-26186"/>
                  <a:pt x="1121382" y="-11869"/>
                  <a:pt x="1371600" y="0"/>
                </a:cubicBezTo>
                <a:cubicBezTo>
                  <a:pt x="1621818" y="11869"/>
                  <a:pt x="1878793" y="32281"/>
                  <a:pt x="2057400" y="0"/>
                </a:cubicBezTo>
                <a:cubicBezTo>
                  <a:pt x="2236007" y="-32281"/>
                  <a:pt x="2433797" y="-18251"/>
                  <a:pt x="2674620" y="0"/>
                </a:cubicBezTo>
                <a:cubicBezTo>
                  <a:pt x="2915443" y="18251"/>
                  <a:pt x="3205923" y="-1443"/>
                  <a:pt x="3429000" y="0"/>
                </a:cubicBezTo>
                <a:cubicBezTo>
                  <a:pt x="3429442" y="4516"/>
                  <a:pt x="3428173" y="12266"/>
                  <a:pt x="3429000" y="18288"/>
                </a:cubicBezTo>
                <a:cubicBezTo>
                  <a:pt x="3221081" y="48608"/>
                  <a:pt x="3088001" y="8066"/>
                  <a:pt x="2811780" y="18288"/>
                </a:cubicBezTo>
                <a:cubicBezTo>
                  <a:pt x="2535559" y="28510"/>
                  <a:pt x="2481355" y="24898"/>
                  <a:pt x="2228850" y="18288"/>
                </a:cubicBezTo>
                <a:cubicBezTo>
                  <a:pt x="1976345" y="11679"/>
                  <a:pt x="1807520" y="48356"/>
                  <a:pt x="1543050" y="18288"/>
                </a:cubicBezTo>
                <a:cubicBezTo>
                  <a:pt x="1278580" y="-11780"/>
                  <a:pt x="1181944" y="5123"/>
                  <a:pt x="925830" y="18288"/>
                </a:cubicBezTo>
                <a:cubicBezTo>
                  <a:pt x="669716" y="31453"/>
                  <a:pt x="410304" y="34815"/>
                  <a:pt x="0" y="18288"/>
                </a:cubicBezTo>
                <a:cubicBezTo>
                  <a:pt x="-306" y="11477"/>
                  <a:pt x="485" y="4355"/>
                  <a:pt x="0" y="0"/>
                </a:cubicBezTo>
                <a:close/>
              </a:path>
              <a:path w="3429000" h="18288" stroke="0" extrusionOk="0">
                <a:moveTo>
                  <a:pt x="0" y="0"/>
                </a:moveTo>
                <a:cubicBezTo>
                  <a:pt x="174095" y="-12874"/>
                  <a:pt x="443087" y="-14090"/>
                  <a:pt x="617220" y="0"/>
                </a:cubicBezTo>
                <a:cubicBezTo>
                  <a:pt x="791353" y="14090"/>
                  <a:pt x="1072677" y="8451"/>
                  <a:pt x="1200150" y="0"/>
                </a:cubicBezTo>
                <a:cubicBezTo>
                  <a:pt x="1327623" y="-8451"/>
                  <a:pt x="1526638" y="19866"/>
                  <a:pt x="1817370" y="0"/>
                </a:cubicBezTo>
                <a:cubicBezTo>
                  <a:pt x="2108102" y="-19866"/>
                  <a:pt x="2221289" y="26161"/>
                  <a:pt x="2503170" y="0"/>
                </a:cubicBezTo>
                <a:cubicBezTo>
                  <a:pt x="2785051" y="-26161"/>
                  <a:pt x="3022134" y="39178"/>
                  <a:pt x="3429000" y="0"/>
                </a:cubicBezTo>
                <a:cubicBezTo>
                  <a:pt x="3429577" y="4624"/>
                  <a:pt x="3429819" y="11191"/>
                  <a:pt x="3429000" y="18288"/>
                </a:cubicBezTo>
                <a:cubicBezTo>
                  <a:pt x="3103464" y="593"/>
                  <a:pt x="2887909" y="22940"/>
                  <a:pt x="2743200" y="18288"/>
                </a:cubicBezTo>
                <a:cubicBezTo>
                  <a:pt x="2598491" y="13636"/>
                  <a:pt x="2362615" y="10656"/>
                  <a:pt x="1988820" y="18288"/>
                </a:cubicBezTo>
                <a:cubicBezTo>
                  <a:pt x="1615025" y="25920"/>
                  <a:pt x="1580494" y="3693"/>
                  <a:pt x="1405890" y="18288"/>
                </a:cubicBezTo>
                <a:cubicBezTo>
                  <a:pt x="1231286" y="32884"/>
                  <a:pt x="885259" y="-16285"/>
                  <a:pt x="651510" y="18288"/>
                </a:cubicBezTo>
                <a:cubicBezTo>
                  <a:pt x="417761" y="52861"/>
                  <a:pt x="138362" y="-13856"/>
                  <a:pt x="0" y="18288"/>
                </a:cubicBezTo>
                <a:cubicBezTo>
                  <a:pt x="-171" y="12755"/>
                  <a:pt x="-690" y="793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156B123-9654-7BC4-1054-AD7DA80A307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0030" y="3246498"/>
            <a:ext cx="8661654" cy="2360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909750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FA97A12-B978-B9E8-0CD5-45A9E513D1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75251F7-7EEE-21C9-06D8-7FC6852C03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6250" y="640823"/>
            <a:ext cx="2563994" cy="5583148"/>
          </a:xfrm>
        </p:spPr>
        <p:txBody>
          <a:bodyPr anchor="ctr">
            <a:normAutofit/>
          </a:bodyPr>
          <a:lstStyle/>
          <a:p>
            <a:r>
              <a:rPr lang="en-US" sz="4700"/>
              <a:t>Practice Exercise 1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44313" y="3465005"/>
            <a:ext cx="5410200" cy="13716"/>
          </a:xfrm>
          <a:custGeom>
            <a:avLst/>
            <a:gdLst>
              <a:gd name="connsiteX0" fmla="*/ 0 w 5410200"/>
              <a:gd name="connsiteY0" fmla="*/ 0 h 13716"/>
              <a:gd name="connsiteX1" fmla="*/ 568071 w 5410200"/>
              <a:gd name="connsiteY1" fmla="*/ 0 h 13716"/>
              <a:gd name="connsiteX2" fmla="*/ 1298448 w 5410200"/>
              <a:gd name="connsiteY2" fmla="*/ 0 h 13716"/>
              <a:gd name="connsiteX3" fmla="*/ 1920621 w 5410200"/>
              <a:gd name="connsiteY3" fmla="*/ 0 h 13716"/>
              <a:gd name="connsiteX4" fmla="*/ 2488692 w 5410200"/>
              <a:gd name="connsiteY4" fmla="*/ 0 h 13716"/>
              <a:gd name="connsiteX5" fmla="*/ 3219069 w 5410200"/>
              <a:gd name="connsiteY5" fmla="*/ 0 h 13716"/>
              <a:gd name="connsiteX6" fmla="*/ 3895344 w 5410200"/>
              <a:gd name="connsiteY6" fmla="*/ 0 h 13716"/>
              <a:gd name="connsiteX7" fmla="*/ 4571619 w 5410200"/>
              <a:gd name="connsiteY7" fmla="*/ 0 h 13716"/>
              <a:gd name="connsiteX8" fmla="*/ 5410200 w 5410200"/>
              <a:gd name="connsiteY8" fmla="*/ 0 h 13716"/>
              <a:gd name="connsiteX9" fmla="*/ 5410200 w 5410200"/>
              <a:gd name="connsiteY9" fmla="*/ 13716 h 13716"/>
              <a:gd name="connsiteX10" fmla="*/ 4842129 w 5410200"/>
              <a:gd name="connsiteY10" fmla="*/ 13716 h 13716"/>
              <a:gd name="connsiteX11" fmla="*/ 4328160 w 5410200"/>
              <a:gd name="connsiteY11" fmla="*/ 13716 h 13716"/>
              <a:gd name="connsiteX12" fmla="*/ 3597783 w 5410200"/>
              <a:gd name="connsiteY12" fmla="*/ 13716 h 13716"/>
              <a:gd name="connsiteX13" fmla="*/ 3029712 w 5410200"/>
              <a:gd name="connsiteY13" fmla="*/ 13716 h 13716"/>
              <a:gd name="connsiteX14" fmla="*/ 2299335 w 5410200"/>
              <a:gd name="connsiteY14" fmla="*/ 13716 h 13716"/>
              <a:gd name="connsiteX15" fmla="*/ 1514856 w 5410200"/>
              <a:gd name="connsiteY15" fmla="*/ 13716 h 13716"/>
              <a:gd name="connsiteX16" fmla="*/ 892683 w 5410200"/>
              <a:gd name="connsiteY16" fmla="*/ 13716 h 13716"/>
              <a:gd name="connsiteX17" fmla="*/ 0 w 5410200"/>
              <a:gd name="connsiteY17" fmla="*/ 13716 h 13716"/>
              <a:gd name="connsiteX18" fmla="*/ 0 w 5410200"/>
              <a:gd name="connsiteY18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3716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09587" y="2854"/>
                  <a:pt x="5409791" y="9451"/>
                  <a:pt x="5410200" y="13716"/>
                </a:cubicBezTo>
                <a:cubicBezTo>
                  <a:pt x="5139060" y="2179"/>
                  <a:pt x="5121593" y="26463"/>
                  <a:pt x="4842129" y="13716"/>
                </a:cubicBezTo>
                <a:cubicBezTo>
                  <a:pt x="4562665" y="969"/>
                  <a:pt x="4448273" y="4915"/>
                  <a:pt x="4328160" y="13716"/>
                </a:cubicBezTo>
                <a:cubicBezTo>
                  <a:pt x="4208047" y="22517"/>
                  <a:pt x="3760936" y="17995"/>
                  <a:pt x="3597783" y="13716"/>
                </a:cubicBezTo>
                <a:cubicBezTo>
                  <a:pt x="3434630" y="9437"/>
                  <a:pt x="3299718" y="28641"/>
                  <a:pt x="3029712" y="13716"/>
                </a:cubicBezTo>
                <a:cubicBezTo>
                  <a:pt x="2759706" y="-1209"/>
                  <a:pt x="2640159" y="22822"/>
                  <a:pt x="2299335" y="13716"/>
                </a:cubicBezTo>
                <a:cubicBezTo>
                  <a:pt x="1958511" y="4610"/>
                  <a:pt x="1801186" y="24413"/>
                  <a:pt x="1514856" y="13716"/>
                </a:cubicBezTo>
                <a:cubicBezTo>
                  <a:pt x="1228526" y="3019"/>
                  <a:pt x="1063509" y="-9877"/>
                  <a:pt x="892683" y="13716"/>
                </a:cubicBezTo>
                <a:cubicBezTo>
                  <a:pt x="721857" y="37309"/>
                  <a:pt x="186945" y="-25469"/>
                  <a:pt x="0" y="13716"/>
                </a:cubicBezTo>
                <a:cubicBezTo>
                  <a:pt x="-342" y="9537"/>
                  <a:pt x="-97" y="6817"/>
                  <a:pt x="0" y="0"/>
                </a:cubicBezTo>
                <a:close/>
              </a:path>
              <a:path w="5410200" h="13716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10660" y="2787"/>
                  <a:pt x="5410166" y="9748"/>
                  <a:pt x="5410200" y="13716"/>
                </a:cubicBezTo>
                <a:cubicBezTo>
                  <a:pt x="5163327" y="36922"/>
                  <a:pt x="5008749" y="6121"/>
                  <a:pt x="4842129" y="13716"/>
                </a:cubicBezTo>
                <a:cubicBezTo>
                  <a:pt x="4675509" y="21311"/>
                  <a:pt x="4433401" y="-5187"/>
                  <a:pt x="4165854" y="13716"/>
                </a:cubicBezTo>
                <a:cubicBezTo>
                  <a:pt x="3898308" y="32619"/>
                  <a:pt x="3809032" y="-13282"/>
                  <a:pt x="3543681" y="13716"/>
                </a:cubicBezTo>
                <a:cubicBezTo>
                  <a:pt x="3278330" y="40714"/>
                  <a:pt x="3073876" y="-20489"/>
                  <a:pt x="2759202" y="13716"/>
                </a:cubicBezTo>
                <a:cubicBezTo>
                  <a:pt x="2444528" y="47921"/>
                  <a:pt x="2204144" y="-1200"/>
                  <a:pt x="1974723" y="13716"/>
                </a:cubicBezTo>
                <a:cubicBezTo>
                  <a:pt x="1745302" y="28632"/>
                  <a:pt x="1602335" y="26918"/>
                  <a:pt x="1406652" y="13716"/>
                </a:cubicBezTo>
                <a:cubicBezTo>
                  <a:pt x="1210969" y="514"/>
                  <a:pt x="923948" y="-1411"/>
                  <a:pt x="730377" y="13716"/>
                </a:cubicBezTo>
                <a:cubicBezTo>
                  <a:pt x="536806" y="28843"/>
                  <a:pt x="336496" y="-4713"/>
                  <a:pt x="0" y="13716"/>
                </a:cubicBezTo>
                <a:cubicBezTo>
                  <a:pt x="-535" y="9547"/>
                  <a:pt x="488" y="451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6" name="Content Placeholder 3">
            <a:extLst>
              <a:ext uri="{FF2B5EF4-FFF2-40B4-BE49-F238E27FC236}">
                <a16:creationId xmlns:a16="http://schemas.microsoft.com/office/drawing/2014/main" id="{793CBE1F-8447-F10F-8DFD-98AA852CC96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76472721"/>
              </p:ext>
            </p:extLst>
          </p:nvPr>
        </p:nvGraphicFramePr>
        <p:xfrm>
          <a:off x="3486013" y="640822"/>
          <a:ext cx="5175384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8017923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9C283F7-F471-FD56-F619-7FA0C15921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34F54B2-B38A-F9A8-CF74-E17F055CFF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6250" y="640823"/>
            <a:ext cx="2563994" cy="5583148"/>
          </a:xfrm>
        </p:spPr>
        <p:txBody>
          <a:bodyPr anchor="ctr">
            <a:normAutofit/>
          </a:bodyPr>
          <a:lstStyle/>
          <a:p>
            <a:r>
              <a:rPr lang="en-US" sz="4700"/>
              <a:t>Practice Exercise 2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44313" y="3465005"/>
            <a:ext cx="5410200" cy="13716"/>
          </a:xfrm>
          <a:custGeom>
            <a:avLst/>
            <a:gdLst>
              <a:gd name="connsiteX0" fmla="*/ 0 w 5410200"/>
              <a:gd name="connsiteY0" fmla="*/ 0 h 13716"/>
              <a:gd name="connsiteX1" fmla="*/ 568071 w 5410200"/>
              <a:gd name="connsiteY1" fmla="*/ 0 h 13716"/>
              <a:gd name="connsiteX2" fmla="*/ 1298448 w 5410200"/>
              <a:gd name="connsiteY2" fmla="*/ 0 h 13716"/>
              <a:gd name="connsiteX3" fmla="*/ 1920621 w 5410200"/>
              <a:gd name="connsiteY3" fmla="*/ 0 h 13716"/>
              <a:gd name="connsiteX4" fmla="*/ 2488692 w 5410200"/>
              <a:gd name="connsiteY4" fmla="*/ 0 h 13716"/>
              <a:gd name="connsiteX5" fmla="*/ 3219069 w 5410200"/>
              <a:gd name="connsiteY5" fmla="*/ 0 h 13716"/>
              <a:gd name="connsiteX6" fmla="*/ 3895344 w 5410200"/>
              <a:gd name="connsiteY6" fmla="*/ 0 h 13716"/>
              <a:gd name="connsiteX7" fmla="*/ 4571619 w 5410200"/>
              <a:gd name="connsiteY7" fmla="*/ 0 h 13716"/>
              <a:gd name="connsiteX8" fmla="*/ 5410200 w 5410200"/>
              <a:gd name="connsiteY8" fmla="*/ 0 h 13716"/>
              <a:gd name="connsiteX9" fmla="*/ 5410200 w 5410200"/>
              <a:gd name="connsiteY9" fmla="*/ 13716 h 13716"/>
              <a:gd name="connsiteX10" fmla="*/ 4842129 w 5410200"/>
              <a:gd name="connsiteY10" fmla="*/ 13716 h 13716"/>
              <a:gd name="connsiteX11" fmla="*/ 4328160 w 5410200"/>
              <a:gd name="connsiteY11" fmla="*/ 13716 h 13716"/>
              <a:gd name="connsiteX12" fmla="*/ 3597783 w 5410200"/>
              <a:gd name="connsiteY12" fmla="*/ 13716 h 13716"/>
              <a:gd name="connsiteX13" fmla="*/ 3029712 w 5410200"/>
              <a:gd name="connsiteY13" fmla="*/ 13716 h 13716"/>
              <a:gd name="connsiteX14" fmla="*/ 2299335 w 5410200"/>
              <a:gd name="connsiteY14" fmla="*/ 13716 h 13716"/>
              <a:gd name="connsiteX15" fmla="*/ 1514856 w 5410200"/>
              <a:gd name="connsiteY15" fmla="*/ 13716 h 13716"/>
              <a:gd name="connsiteX16" fmla="*/ 892683 w 5410200"/>
              <a:gd name="connsiteY16" fmla="*/ 13716 h 13716"/>
              <a:gd name="connsiteX17" fmla="*/ 0 w 5410200"/>
              <a:gd name="connsiteY17" fmla="*/ 13716 h 13716"/>
              <a:gd name="connsiteX18" fmla="*/ 0 w 5410200"/>
              <a:gd name="connsiteY18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3716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09587" y="2854"/>
                  <a:pt x="5409791" y="9451"/>
                  <a:pt x="5410200" y="13716"/>
                </a:cubicBezTo>
                <a:cubicBezTo>
                  <a:pt x="5139060" y="2179"/>
                  <a:pt x="5121593" y="26463"/>
                  <a:pt x="4842129" y="13716"/>
                </a:cubicBezTo>
                <a:cubicBezTo>
                  <a:pt x="4562665" y="969"/>
                  <a:pt x="4448273" y="4915"/>
                  <a:pt x="4328160" y="13716"/>
                </a:cubicBezTo>
                <a:cubicBezTo>
                  <a:pt x="4208047" y="22517"/>
                  <a:pt x="3760936" y="17995"/>
                  <a:pt x="3597783" y="13716"/>
                </a:cubicBezTo>
                <a:cubicBezTo>
                  <a:pt x="3434630" y="9437"/>
                  <a:pt x="3299718" y="28641"/>
                  <a:pt x="3029712" y="13716"/>
                </a:cubicBezTo>
                <a:cubicBezTo>
                  <a:pt x="2759706" y="-1209"/>
                  <a:pt x="2640159" y="22822"/>
                  <a:pt x="2299335" y="13716"/>
                </a:cubicBezTo>
                <a:cubicBezTo>
                  <a:pt x="1958511" y="4610"/>
                  <a:pt x="1801186" y="24413"/>
                  <a:pt x="1514856" y="13716"/>
                </a:cubicBezTo>
                <a:cubicBezTo>
                  <a:pt x="1228526" y="3019"/>
                  <a:pt x="1063509" y="-9877"/>
                  <a:pt x="892683" y="13716"/>
                </a:cubicBezTo>
                <a:cubicBezTo>
                  <a:pt x="721857" y="37309"/>
                  <a:pt x="186945" y="-25469"/>
                  <a:pt x="0" y="13716"/>
                </a:cubicBezTo>
                <a:cubicBezTo>
                  <a:pt x="-342" y="9537"/>
                  <a:pt x="-97" y="6817"/>
                  <a:pt x="0" y="0"/>
                </a:cubicBezTo>
                <a:close/>
              </a:path>
              <a:path w="5410200" h="13716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10660" y="2787"/>
                  <a:pt x="5410166" y="9748"/>
                  <a:pt x="5410200" y="13716"/>
                </a:cubicBezTo>
                <a:cubicBezTo>
                  <a:pt x="5163327" y="36922"/>
                  <a:pt x="5008749" y="6121"/>
                  <a:pt x="4842129" y="13716"/>
                </a:cubicBezTo>
                <a:cubicBezTo>
                  <a:pt x="4675509" y="21311"/>
                  <a:pt x="4433401" y="-5187"/>
                  <a:pt x="4165854" y="13716"/>
                </a:cubicBezTo>
                <a:cubicBezTo>
                  <a:pt x="3898308" y="32619"/>
                  <a:pt x="3809032" y="-13282"/>
                  <a:pt x="3543681" y="13716"/>
                </a:cubicBezTo>
                <a:cubicBezTo>
                  <a:pt x="3278330" y="40714"/>
                  <a:pt x="3073876" y="-20489"/>
                  <a:pt x="2759202" y="13716"/>
                </a:cubicBezTo>
                <a:cubicBezTo>
                  <a:pt x="2444528" y="47921"/>
                  <a:pt x="2204144" y="-1200"/>
                  <a:pt x="1974723" y="13716"/>
                </a:cubicBezTo>
                <a:cubicBezTo>
                  <a:pt x="1745302" y="28632"/>
                  <a:pt x="1602335" y="26918"/>
                  <a:pt x="1406652" y="13716"/>
                </a:cubicBezTo>
                <a:cubicBezTo>
                  <a:pt x="1210969" y="514"/>
                  <a:pt x="923948" y="-1411"/>
                  <a:pt x="730377" y="13716"/>
                </a:cubicBezTo>
                <a:cubicBezTo>
                  <a:pt x="536806" y="28843"/>
                  <a:pt x="336496" y="-4713"/>
                  <a:pt x="0" y="13716"/>
                </a:cubicBezTo>
                <a:cubicBezTo>
                  <a:pt x="-535" y="9547"/>
                  <a:pt x="488" y="451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6" name="Content Placeholder 3">
            <a:extLst>
              <a:ext uri="{FF2B5EF4-FFF2-40B4-BE49-F238E27FC236}">
                <a16:creationId xmlns:a16="http://schemas.microsoft.com/office/drawing/2014/main" id="{D4820854-10E5-71C1-8D44-CF686775CD0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30604504"/>
              </p:ext>
            </p:extLst>
          </p:nvPr>
        </p:nvGraphicFramePr>
        <p:xfrm>
          <a:off x="3486013" y="640822"/>
          <a:ext cx="5175384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3690624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B381E7F-7A7B-7EAE-73F0-6A2E22C08E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D1942232-83D0-49E2-AF9B-1F97E3C1EF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9E70D72-6E23-4015-A4A6-85C120C191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484A5E8-4564-FC24-EF04-8F9AC2C3D0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682" y="1163848"/>
            <a:ext cx="7372350" cy="1325880"/>
          </a:xfrm>
        </p:spPr>
        <p:txBody>
          <a:bodyPr anchor="b">
            <a:normAutofit/>
          </a:bodyPr>
          <a:lstStyle/>
          <a:p>
            <a:r>
              <a:rPr lang="en-US" sz="3100">
                <a:solidFill>
                  <a:schemeClr val="tx2"/>
                </a:solidFill>
              </a:rPr>
              <a:t>Assignment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C28A977F-B603-4D81-B0FC-C8DE048A7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28" y="-1"/>
            <a:ext cx="2521551" cy="2522848"/>
            <a:chOff x="-305" y="-1"/>
            <a:chExt cx="3832880" cy="2876136"/>
          </a:xfrm>
        </p:grpSpPr>
        <p:sp>
          <p:nvSpPr>
            <p:cNvPr id="36" name="Freeform: Shape 21">
              <a:extLst>
                <a:ext uri="{FF2B5EF4-FFF2-40B4-BE49-F238E27FC236}">
                  <a16:creationId xmlns:a16="http://schemas.microsoft.com/office/drawing/2014/main" id="{0183CE8C-E039-4B2F-A36E-5FD5CD5DE1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Freeform: Shape 22">
              <a:extLst>
                <a:ext uri="{FF2B5EF4-FFF2-40B4-BE49-F238E27FC236}">
                  <a16:creationId xmlns:a16="http://schemas.microsoft.com/office/drawing/2014/main" id="{3EB77281-FAB4-40D0-B3F3-264EC4AB20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8" name="Freeform: Shape 23">
              <a:extLst>
                <a:ext uri="{FF2B5EF4-FFF2-40B4-BE49-F238E27FC236}">
                  <a16:creationId xmlns:a16="http://schemas.microsoft.com/office/drawing/2014/main" id="{815E59F3-75FC-494F-8737-5F00A4964F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9" name="Freeform: Shape 24">
              <a:extLst>
                <a:ext uri="{FF2B5EF4-FFF2-40B4-BE49-F238E27FC236}">
                  <a16:creationId xmlns:a16="http://schemas.microsoft.com/office/drawing/2014/main" id="{43ADDCFA-B066-4D79-AB71-062E66E58F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825EFB2A-0DE0-EB88-862F-FEE9612915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3" y="2827419"/>
            <a:ext cx="3716020" cy="2147352"/>
          </a:xfrm>
          <a:prstGeom prst="rect">
            <a:avLst/>
          </a:prstGeom>
        </p:spPr>
      </p:pic>
      <p:grpSp>
        <p:nvGrpSpPr>
          <p:cNvPr id="40" name="Group 39">
            <a:extLst>
              <a:ext uri="{FF2B5EF4-FFF2-40B4-BE49-F238E27FC236}">
                <a16:creationId xmlns:a16="http://schemas.microsoft.com/office/drawing/2014/main" id="{C78D9229-E61D-4FEE-8321-2F8B64A8CA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 flipH="1">
            <a:off x="7370569" y="5084569"/>
            <a:ext cx="2151670" cy="1395192"/>
            <a:chOff x="-305" y="-4155"/>
            <a:chExt cx="2514948" cy="2174333"/>
          </a:xfrm>
        </p:grpSpPr>
        <p:sp>
          <p:nvSpPr>
            <p:cNvPr id="41" name="Freeform: Shape 27">
              <a:extLst>
                <a:ext uri="{FF2B5EF4-FFF2-40B4-BE49-F238E27FC236}">
                  <a16:creationId xmlns:a16="http://schemas.microsoft.com/office/drawing/2014/main" id="{1FDD3CCB-26A3-4D79-AEB6-7A60CF980D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Freeform: Shape 28">
              <a:extLst>
                <a:ext uri="{FF2B5EF4-FFF2-40B4-BE49-F238E27FC236}">
                  <a16:creationId xmlns:a16="http://schemas.microsoft.com/office/drawing/2014/main" id="{E9AC4470-5113-4709-B29F-CDB937F254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Freeform: Shape 29">
              <a:extLst>
                <a:ext uri="{FF2B5EF4-FFF2-40B4-BE49-F238E27FC236}">
                  <a16:creationId xmlns:a16="http://schemas.microsoft.com/office/drawing/2014/main" id="{3E0D146C-9DAB-421E-AE88-5F854BF3F7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44" name="Freeform: Shape 30">
              <a:extLst>
                <a:ext uri="{FF2B5EF4-FFF2-40B4-BE49-F238E27FC236}">
                  <a16:creationId xmlns:a16="http://schemas.microsoft.com/office/drawing/2014/main" id="{12EB32A5-4408-4F6C-84B2-F9A908237A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aphicFrame>
        <p:nvGraphicFramePr>
          <p:cNvPr id="6" name="Content Placeholder 3">
            <a:extLst>
              <a:ext uri="{FF2B5EF4-FFF2-40B4-BE49-F238E27FC236}">
                <a16:creationId xmlns:a16="http://schemas.microsoft.com/office/drawing/2014/main" id="{6E8967CD-0AF9-BDBA-6214-B1161EF5473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64565826"/>
              </p:ext>
            </p:extLst>
          </p:nvPr>
        </p:nvGraphicFramePr>
        <p:xfrm>
          <a:off x="4766153" y="2827419"/>
          <a:ext cx="3771900" cy="32276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63833864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5C68C4-FB9A-9910-1138-DBE279EC1F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DFC3BAA-7965-976A-B867-D9294C8912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6250" y="640823"/>
            <a:ext cx="2563994" cy="5583148"/>
          </a:xfrm>
        </p:spPr>
        <p:txBody>
          <a:bodyPr anchor="ctr">
            <a:normAutofit/>
          </a:bodyPr>
          <a:lstStyle/>
          <a:p>
            <a:r>
              <a:rPr lang="en-US" sz="4300"/>
              <a:t>Key Takeaways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44313" y="3465005"/>
            <a:ext cx="5410200" cy="13716"/>
          </a:xfrm>
          <a:custGeom>
            <a:avLst/>
            <a:gdLst>
              <a:gd name="connsiteX0" fmla="*/ 0 w 5410200"/>
              <a:gd name="connsiteY0" fmla="*/ 0 h 13716"/>
              <a:gd name="connsiteX1" fmla="*/ 568071 w 5410200"/>
              <a:gd name="connsiteY1" fmla="*/ 0 h 13716"/>
              <a:gd name="connsiteX2" fmla="*/ 1298448 w 5410200"/>
              <a:gd name="connsiteY2" fmla="*/ 0 h 13716"/>
              <a:gd name="connsiteX3" fmla="*/ 1920621 w 5410200"/>
              <a:gd name="connsiteY3" fmla="*/ 0 h 13716"/>
              <a:gd name="connsiteX4" fmla="*/ 2488692 w 5410200"/>
              <a:gd name="connsiteY4" fmla="*/ 0 h 13716"/>
              <a:gd name="connsiteX5" fmla="*/ 3219069 w 5410200"/>
              <a:gd name="connsiteY5" fmla="*/ 0 h 13716"/>
              <a:gd name="connsiteX6" fmla="*/ 3895344 w 5410200"/>
              <a:gd name="connsiteY6" fmla="*/ 0 h 13716"/>
              <a:gd name="connsiteX7" fmla="*/ 4571619 w 5410200"/>
              <a:gd name="connsiteY7" fmla="*/ 0 h 13716"/>
              <a:gd name="connsiteX8" fmla="*/ 5410200 w 5410200"/>
              <a:gd name="connsiteY8" fmla="*/ 0 h 13716"/>
              <a:gd name="connsiteX9" fmla="*/ 5410200 w 5410200"/>
              <a:gd name="connsiteY9" fmla="*/ 13716 h 13716"/>
              <a:gd name="connsiteX10" fmla="*/ 4842129 w 5410200"/>
              <a:gd name="connsiteY10" fmla="*/ 13716 h 13716"/>
              <a:gd name="connsiteX11" fmla="*/ 4328160 w 5410200"/>
              <a:gd name="connsiteY11" fmla="*/ 13716 h 13716"/>
              <a:gd name="connsiteX12" fmla="*/ 3597783 w 5410200"/>
              <a:gd name="connsiteY12" fmla="*/ 13716 h 13716"/>
              <a:gd name="connsiteX13" fmla="*/ 3029712 w 5410200"/>
              <a:gd name="connsiteY13" fmla="*/ 13716 h 13716"/>
              <a:gd name="connsiteX14" fmla="*/ 2299335 w 5410200"/>
              <a:gd name="connsiteY14" fmla="*/ 13716 h 13716"/>
              <a:gd name="connsiteX15" fmla="*/ 1514856 w 5410200"/>
              <a:gd name="connsiteY15" fmla="*/ 13716 h 13716"/>
              <a:gd name="connsiteX16" fmla="*/ 892683 w 5410200"/>
              <a:gd name="connsiteY16" fmla="*/ 13716 h 13716"/>
              <a:gd name="connsiteX17" fmla="*/ 0 w 5410200"/>
              <a:gd name="connsiteY17" fmla="*/ 13716 h 13716"/>
              <a:gd name="connsiteX18" fmla="*/ 0 w 5410200"/>
              <a:gd name="connsiteY18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3716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09587" y="2854"/>
                  <a:pt x="5409791" y="9451"/>
                  <a:pt x="5410200" y="13716"/>
                </a:cubicBezTo>
                <a:cubicBezTo>
                  <a:pt x="5139060" y="2179"/>
                  <a:pt x="5121593" y="26463"/>
                  <a:pt x="4842129" y="13716"/>
                </a:cubicBezTo>
                <a:cubicBezTo>
                  <a:pt x="4562665" y="969"/>
                  <a:pt x="4448273" y="4915"/>
                  <a:pt x="4328160" y="13716"/>
                </a:cubicBezTo>
                <a:cubicBezTo>
                  <a:pt x="4208047" y="22517"/>
                  <a:pt x="3760936" y="17995"/>
                  <a:pt x="3597783" y="13716"/>
                </a:cubicBezTo>
                <a:cubicBezTo>
                  <a:pt x="3434630" y="9437"/>
                  <a:pt x="3299718" y="28641"/>
                  <a:pt x="3029712" y="13716"/>
                </a:cubicBezTo>
                <a:cubicBezTo>
                  <a:pt x="2759706" y="-1209"/>
                  <a:pt x="2640159" y="22822"/>
                  <a:pt x="2299335" y="13716"/>
                </a:cubicBezTo>
                <a:cubicBezTo>
                  <a:pt x="1958511" y="4610"/>
                  <a:pt x="1801186" y="24413"/>
                  <a:pt x="1514856" y="13716"/>
                </a:cubicBezTo>
                <a:cubicBezTo>
                  <a:pt x="1228526" y="3019"/>
                  <a:pt x="1063509" y="-9877"/>
                  <a:pt x="892683" y="13716"/>
                </a:cubicBezTo>
                <a:cubicBezTo>
                  <a:pt x="721857" y="37309"/>
                  <a:pt x="186945" y="-25469"/>
                  <a:pt x="0" y="13716"/>
                </a:cubicBezTo>
                <a:cubicBezTo>
                  <a:pt x="-342" y="9537"/>
                  <a:pt x="-97" y="6817"/>
                  <a:pt x="0" y="0"/>
                </a:cubicBezTo>
                <a:close/>
              </a:path>
              <a:path w="5410200" h="13716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10660" y="2787"/>
                  <a:pt x="5410166" y="9748"/>
                  <a:pt x="5410200" y="13716"/>
                </a:cubicBezTo>
                <a:cubicBezTo>
                  <a:pt x="5163327" y="36922"/>
                  <a:pt x="5008749" y="6121"/>
                  <a:pt x="4842129" y="13716"/>
                </a:cubicBezTo>
                <a:cubicBezTo>
                  <a:pt x="4675509" y="21311"/>
                  <a:pt x="4433401" y="-5187"/>
                  <a:pt x="4165854" y="13716"/>
                </a:cubicBezTo>
                <a:cubicBezTo>
                  <a:pt x="3898308" y="32619"/>
                  <a:pt x="3809032" y="-13282"/>
                  <a:pt x="3543681" y="13716"/>
                </a:cubicBezTo>
                <a:cubicBezTo>
                  <a:pt x="3278330" y="40714"/>
                  <a:pt x="3073876" y="-20489"/>
                  <a:pt x="2759202" y="13716"/>
                </a:cubicBezTo>
                <a:cubicBezTo>
                  <a:pt x="2444528" y="47921"/>
                  <a:pt x="2204144" y="-1200"/>
                  <a:pt x="1974723" y="13716"/>
                </a:cubicBezTo>
                <a:cubicBezTo>
                  <a:pt x="1745302" y="28632"/>
                  <a:pt x="1602335" y="26918"/>
                  <a:pt x="1406652" y="13716"/>
                </a:cubicBezTo>
                <a:cubicBezTo>
                  <a:pt x="1210969" y="514"/>
                  <a:pt x="923948" y="-1411"/>
                  <a:pt x="730377" y="13716"/>
                </a:cubicBezTo>
                <a:cubicBezTo>
                  <a:pt x="536806" y="28843"/>
                  <a:pt x="336496" y="-4713"/>
                  <a:pt x="0" y="13716"/>
                </a:cubicBezTo>
                <a:cubicBezTo>
                  <a:pt x="-535" y="9547"/>
                  <a:pt x="488" y="451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6" name="Content Placeholder 3">
            <a:extLst>
              <a:ext uri="{FF2B5EF4-FFF2-40B4-BE49-F238E27FC236}">
                <a16:creationId xmlns:a16="http://schemas.microsoft.com/office/drawing/2014/main" id="{757ECBC6-1F58-55C7-6241-593DB1D280D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50746133"/>
              </p:ext>
            </p:extLst>
          </p:nvPr>
        </p:nvGraphicFramePr>
        <p:xfrm>
          <a:off x="3486013" y="640822"/>
          <a:ext cx="5175384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615019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05CBC3C-2E5A-4839-8B9B-2E5A6ADF0F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B5B423A-57CC-4C58-AA26-8E2E862B03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3912768" cy="3994777"/>
          </a:xfrm>
          <a:custGeom>
            <a:avLst/>
            <a:gdLst>
              <a:gd name="connsiteX0" fmla="*/ 1945461 w 5217023"/>
              <a:gd name="connsiteY0" fmla="*/ 3787398 h 3994777"/>
              <a:gd name="connsiteX1" fmla="*/ 1942113 w 5217023"/>
              <a:gd name="connsiteY1" fmla="*/ 3790053 h 3994777"/>
              <a:gd name="connsiteX2" fmla="*/ 1946982 w 5217023"/>
              <a:gd name="connsiteY2" fmla="*/ 3787990 h 3994777"/>
              <a:gd name="connsiteX3" fmla="*/ 1945461 w 5217023"/>
              <a:gd name="connsiteY3" fmla="*/ 3787398 h 3994777"/>
              <a:gd name="connsiteX4" fmla="*/ 0 w 5217023"/>
              <a:gd name="connsiteY4" fmla="*/ 0 h 3994777"/>
              <a:gd name="connsiteX5" fmla="*/ 5030958 w 5217023"/>
              <a:gd name="connsiteY5" fmla="*/ 0 h 3994777"/>
              <a:gd name="connsiteX6" fmla="*/ 5046198 w 5217023"/>
              <a:gd name="connsiteY6" fmla="*/ 153449 h 3994777"/>
              <a:gd name="connsiteX7" fmla="*/ 5055729 w 5217023"/>
              <a:gd name="connsiteY7" fmla="*/ 415828 h 3994777"/>
              <a:gd name="connsiteX8" fmla="*/ 4735242 w 5217023"/>
              <a:gd name="connsiteY8" fmla="*/ 1867130 h 3994777"/>
              <a:gd name="connsiteX9" fmla="*/ 3907395 w 5217023"/>
              <a:gd name="connsiteY9" fmla="*/ 2938441 h 3994777"/>
              <a:gd name="connsiteX10" fmla="*/ 3946497 w 5217023"/>
              <a:gd name="connsiteY10" fmla="*/ 2908567 h 3994777"/>
              <a:gd name="connsiteX11" fmla="*/ 4585421 w 5217023"/>
              <a:gd name="connsiteY11" fmla="*/ 2188401 h 3994777"/>
              <a:gd name="connsiteX12" fmla="*/ 5142585 w 5217023"/>
              <a:gd name="connsiteY12" fmla="*/ 276891 h 3994777"/>
              <a:gd name="connsiteX13" fmla="*/ 5121833 w 5217023"/>
              <a:gd name="connsiteY13" fmla="*/ 30208 h 3994777"/>
              <a:gd name="connsiteX14" fmla="*/ 5116229 w 5217023"/>
              <a:gd name="connsiteY14" fmla="*/ 0 h 3994777"/>
              <a:gd name="connsiteX15" fmla="*/ 5184724 w 5217023"/>
              <a:gd name="connsiteY15" fmla="*/ 0 h 3994777"/>
              <a:gd name="connsiteX16" fmla="*/ 5196265 w 5217023"/>
              <a:gd name="connsiteY16" fmla="*/ 66113 h 3994777"/>
              <a:gd name="connsiteX17" fmla="*/ 5058603 w 5217023"/>
              <a:gd name="connsiteY17" fmla="*/ 1368242 h 3994777"/>
              <a:gd name="connsiteX18" fmla="*/ 4096624 w 5217023"/>
              <a:gd name="connsiteY18" fmla="*/ 2870829 h 3994777"/>
              <a:gd name="connsiteX19" fmla="*/ 3833203 w 5217023"/>
              <a:gd name="connsiteY19" fmla="*/ 3092190 h 3994777"/>
              <a:gd name="connsiteX20" fmla="*/ 3536509 w 5217023"/>
              <a:gd name="connsiteY20" fmla="*/ 3297128 h 3994777"/>
              <a:gd name="connsiteX21" fmla="*/ 3148966 w 5217023"/>
              <a:gd name="connsiteY21" fmla="*/ 3485478 h 3994777"/>
              <a:gd name="connsiteX22" fmla="*/ 1860557 w 5217023"/>
              <a:gd name="connsiteY22" fmla="*/ 3880910 h 3994777"/>
              <a:gd name="connsiteX23" fmla="*/ 573715 w 5217023"/>
              <a:gd name="connsiteY23" fmla="*/ 3983764 h 3994777"/>
              <a:gd name="connsiteX24" fmla="*/ 108410 w 5217023"/>
              <a:gd name="connsiteY24" fmla="*/ 3908816 h 3994777"/>
              <a:gd name="connsiteX25" fmla="*/ 0 w 5217023"/>
              <a:gd name="connsiteY25" fmla="*/ 3876793 h 3994777"/>
              <a:gd name="connsiteX26" fmla="*/ 0 w 5217023"/>
              <a:gd name="connsiteY26" fmla="*/ 3802912 h 3994777"/>
              <a:gd name="connsiteX27" fmla="*/ 36975 w 5217023"/>
              <a:gd name="connsiteY27" fmla="*/ 3815954 h 3994777"/>
              <a:gd name="connsiteX28" fmla="*/ 561628 w 5217023"/>
              <a:gd name="connsiteY28" fmla="*/ 3912655 h 3994777"/>
              <a:gd name="connsiteX29" fmla="*/ 1683086 w 5217023"/>
              <a:gd name="connsiteY29" fmla="*/ 3844334 h 3994777"/>
              <a:gd name="connsiteX30" fmla="*/ 1806023 w 5217023"/>
              <a:gd name="connsiteY30" fmla="*/ 3820992 h 3994777"/>
              <a:gd name="connsiteX31" fmla="*/ 1921817 w 5217023"/>
              <a:gd name="connsiteY31" fmla="*/ 3795747 h 3994777"/>
              <a:gd name="connsiteX32" fmla="*/ 1243689 w 5217023"/>
              <a:gd name="connsiteY32" fmla="*/ 3846539 h 3994777"/>
              <a:gd name="connsiteX33" fmla="*/ 62875 w 5217023"/>
              <a:gd name="connsiteY33" fmla="*/ 3668143 h 3994777"/>
              <a:gd name="connsiteX34" fmla="*/ 0 w 5217023"/>
              <a:gd name="connsiteY34" fmla="*/ 3644185 h 3994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5217023" h="3994777">
                <a:moveTo>
                  <a:pt x="1945461" y="3787398"/>
                </a:moveTo>
                <a:lnTo>
                  <a:pt x="1942113" y="3790053"/>
                </a:lnTo>
                <a:lnTo>
                  <a:pt x="1946982" y="3787990"/>
                </a:lnTo>
                <a:cubicBezTo>
                  <a:pt x="1946982" y="3787990"/>
                  <a:pt x="1946379" y="3787019"/>
                  <a:pt x="1945461" y="3787398"/>
                </a:cubicBezTo>
                <a:close/>
                <a:moveTo>
                  <a:pt x="0" y="0"/>
                </a:moveTo>
                <a:lnTo>
                  <a:pt x="5030958" y="0"/>
                </a:lnTo>
                <a:lnTo>
                  <a:pt x="5046198" y="153449"/>
                </a:lnTo>
                <a:cubicBezTo>
                  <a:pt x="5052189" y="240558"/>
                  <a:pt x="5055458" y="328007"/>
                  <a:pt x="5055729" y="415828"/>
                </a:cubicBezTo>
                <a:cubicBezTo>
                  <a:pt x="5057604" y="923672"/>
                  <a:pt x="4959210" y="1409054"/>
                  <a:pt x="4735242" y="1867130"/>
                </a:cubicBezTo>
                <a:cubicBezTo>
                  <a:pt x="4533284" y="2280198"/>
                  <a:pt x="4248921" y="2629330"/>
                  <a:pt x="3907395" y="2938441"/>
                </a:cubicBezTo>
                <a:cubicBezTo>
                  <a:pt x="3922498" y="2931535"/>
                  <a:pt x="3935859" y="2921330"/>
                  <a:pt x="3946497" y="2908567"/>
                </a:cubicBezTo>
                <a:cubicBezTo>
                  <a:pt x="4193494" y="2700987"/>
                  <a:pt x="4408756" y="2458364"/>
                  <a:pt x="4585421" y="2188401"/>
                </a:cubicBezTo>
                <a:cubicBezTo>
                  <a:pt x="4967641" y="1608533"/>
                  <a:pt x="5169304" y="975361"/>
                  <a:pt x="5142585" y="276891"/>
                </a:cubicBezTo>
                <a:cubicBezTo>
                  <a:pt x="5139764" y="194215"/>
                  <a:pt x="5132824" y="111888"/>
                  <a:pt x="5121833" y="30208"/>
                </a:cubicBezTo>
                <a:lnTo>
                  <a:pt x="5116229" y="0"/>
                </a:lnTo>
                <a:lnTo>
                  <a:pt x="5184724" y="0"/>
                </a:lnTo>
                <a:lnTo>
                  <a:pt x="5196265" y="66113"/>
                </a:lnTo>
                <a:cubicBezTo>
                  <a:pt x="5249921" y="496647"/>
                  <a:pt x="5197997" y="931171"/>
                  <a:pt x="5058603" y="1368242"/>
                </a:cubicBezTo>
                <a:cubicBezTo>
                  <a:pt x="4872414" y="1953929"/>
                  <a:pt x="4544298" y="2451351"/>
                  <a:pt x="4096624" y="2870829"/>
                </a:cubicBezTo>
                <a:cubicBezTo>
                  <a:pt x="4012832" y="2949426"/>
                  <a:pt x="3924415" y="3022439"/>
                  <a:pt x="3833203" y="3092190"/>
                </a:cubicBezTo>
                <a:cubicBezTo>
                  <a:pt x="3741992" y="3161943"/>
                  <a:pt x="3648667" y="3225510"/>
                  <a:pt x="3536509" y="3297128"/>
                </a:cubicBezTo>
                <a:cubicBezTo>
                  <a:pt x="3427215" y="3372735"/>
                  <a:pt x="3288598" y="3430233"/>
                  <a:pt x="3148966" y="3485478"/>
                </a:cubicBezTo>
                <a:cubicBezTo>
                  <a:pt x="2729930" y="3651299"/>
                  <a:pt x="2302194" y="3788890"/>
                  <a:pt x="1860557" y="3880910"/>
                </a:cubicBezTo>
                <a:cubicBezTo>
                  <a:pt x="1435974" y="3969444"/>
                  <a:pt x="1008052" y="4017957"/>
                  <a:pt x="573715" y="3983764"/>
                </a:cubicBezTo>
                <a:cubicBezTo>
                  <a:pt x="415134" y="3971300"/>
                  <a:pt x="259585" y="3947743"/>
                  <a:pt x="108410" y="3908816"/>
                </a:cubicBezTo>
                <a:lnTo>
                  <a:pt x="0" y="3876793"/>
                </a:lnTo>
                <a:lnTo>
                  <a:pt x="0" y="3802912"/>
                </a:lnTo>
                <a:lnTo>
                  <a:pt x="36975" y="3815954"/>
                </a:lnTo>
                <a:cubicBezTo>
                  <a:pt x="206404" y="3867475"/>
                  <a:pt x="382020" y="3897326"/>
                  <a:pt x="561628" y="3912655"/>
                </a:cubicBezTo>
                <a:cubicBezTo>
                  <a:pt x="938583" y="3944832"/>
                  <a:pt x="1311814" y="3910697"/>
                  <a:pt x="1683086" y="3844334"/>
                </a:cubicBezTo>
                <a:cubicBezTo>
                  <a:pt x="1724123" y="3837151"/>
                  <a:pt x="1765097" y="3829374"/>
                  <a:pt x="1806023" y="3820992"/>
                </a:cubicBezTo>
                <a:cubicBezTo>
                  <a:pt x="1844740" y="3813079"/>
                  <a:pt x="1883218" y="3804161"/>
                  <a:pt x="1921817" y="3795747"/>
                </a:cubicBezTo>
                <a:cubicBezTo>
                  <a:pt x="1697011" y="3826435"/>
                  <a:pt x="1470551" y="3843387"/>
                  <a:pt x="1243689" y="3846539"/>
                </a:cubicBezTo>
                <a:cubicBezTo>
                  <a:pt x="839058" y="3849054"/>
                  <a:pt x="443424" y="3800206"/>
                  <a:pt x="62875" y="3668143"/>
                </a:cubicBezTo>
                <a:lnTo>
                  <a:pt x="0" y="364418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673770"/>
            <a:ext cx="2415246" cy="2027227"/>
          </a:xfrm>
        </p:spPr>
        <p:txBody>
          <a:bodyPr anchor="t">
            <a:normAutofit/>
          </a:bodyPr>
          <a:lstStyle/>
          <a:p>
            <a:r>
              <a:rPr lang="en-US" sz="4700">
                <a:solidFill>
                  <a:srgbClr val="FFFFFF"/>
                </a:solidFill>
              </a:rPr>
              <a:t>Great Job! </a:t>
            </a:r>
            <a:r>
              <a:rPr lang="en-US" sz="4700" dirty="0">
                <a:solidFill>
                  <a:srgbClr val="FFFFFF"/>
                </a:solidFill>
              </a:rPr>
              <a:t>🎉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E1FA507-B5ED-B42C-409A-14B11D69876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36752129"/>
              </p:ext>
            </p:extLst>
          </p:nvPr>
        </p:nvGraphicFramePr>
        <p:xfrm>
          <a:off x="4157004" y="541606"/>
          <a:ext cx="4358346" cy="56782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4339</TotalTime>
  <Words>880</Words>
  <Application>Microsoft Macintosh PowerPoint</Application>
  <PresentationFormat>On-screen Show (4:3)</PresentationFormat>
  <Paragraphs>144</Paragraphs>
  <Slides>35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8" baseType="lpstr">
      <vt:lpstr>Arial</vt:lpstr>
      <vt:lpstr>Calibri</vt:lpstr>
      <vt:lpstr>Office Theme</vt:lpstr>
      <vt:lpstr>PowerPoint Presentation</vt:lpstr>
      <vt:lpstr>Let’s Learn Python! 🐍</vt:lpstr>
      <vt:lpstr>What We’ll Learn Today</vt:lpstr>
      <vt:lpstr>What We’ll Learn Today</vt:lpstr>
      <vt:lpstr>What is Python? 🐍</vt:lpstr>
      <vt:lpstr>Setting Up Python 🖥️</vt:lpstr>
      <vt:lpstr>Assignment</vt:lpstr>
      <vt:lpstr>Python Words &amp; Boxes (Variables) 📦</vt:lpstr>
      <vt:lpstr>Python Variables📦</vt:lpstr>
      <vt:lpstr>What is a Variable?</vt:lpstr>
      <vt:lpstr>Real World Analogy</vt:lpstr>
      <vt:lpstr>Creating Variables in Python</vt:lpstr>
      <vt:lpstr>Examples</vt:lpstr>
      <vt:lpstr>Examples</vt:lpstr>
      <vt:lpstr>Examples</vt:lpstr>
      <vt:lpstr>Common Data Types in Python</vt:lpstr>
      <vt:lpstr>Common Data Types in Python</vt:lpstr>
      <vt:lpstr>Common Data Types in Python</vt:lpstr>
      <vt:lpstr>Common Data Types in Python</vt:lpstr>
      <vt:lpstr>Variable Naming Rules and Conventions</vt:lpstr>
      <vt:lpstr>Good Examples</vt:lpstr>
      <vt:lpstr>Bad Examples</vt:lpstr>
      <vt:lpstr>Variable Naming Conventions</vt:lpstr>
      <vt:lpstr>Variable Naming Conventions</vt:lpstr>
      <vt:lpstr>Displaying Variable</vt:lpstr>
      <vt:lpstr>Getting User Input</vt:lpstr>
      <vt:lpstr>Using Math Operators</vt:lpstr>
      <vt:lpstr>Getting User Input</vt:lpstr>
      <vt:lpstr>Common Mistakes and How to Avoid Them</vt:lpstr>
      <vt:lpstr>Common Mistakes and How to Avoid Them</vt:lpstr>
      <vt:lpstr>Practice Exercise 1</vt:lpstr>
      <vt:lpstr>Practice Exercise 2</vt:lpstr>
      <vt:lpstr>Assignment</vt:lpstr>
      <vt:lpstr>Key Takeaways</vt:lpstr>
      <vt:lpstr>Great Job! 🎉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Blessing Ajibero</cp:lastModifiedBy>
  <cp:revision>4</cp:revision>
  <dcterms:created xsi:type="dcterms:W3CDTF">2013-01-27T09:14:16Z</dcterms:created>
  <dcterms:modified xsi:type="dcterms:W3CDTF">2025-07-31T14:33:10Z</dcterms:modified>
  <cp:category/>
</cp:coreProperties>
</file>