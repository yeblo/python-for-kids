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6512"/>
  </p:normalViewPr>
  <p:slideViewPr>
    <p:cSldViewPr snapToGrid="0">
      <p:cViewPr varScale="1">
        <p:scale>
          <a:sx n="96" d="100"/>
          <a:sy n="96" d="100"/>
        </p:scale>
        <p:origin x="20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0A800-0C05-3641-ACF4-5FA6EAC82821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50AAD-371A-D04B-90A3-1A34E749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1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exercise they are allowed to look up string manipulation in Python on google to help them complete this assignment,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50AAD-371A-D04B-90A3-1A34E74950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4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1A1D-B384-37F0-164F-F67BE943C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6E3CA-F86C-BD9B-4498-D03D24AA5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6FE77-953D-E320-9992-C0428182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C9EEF-44A7-2D05-DC71-6E126796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4138A-89FD-21A7-885F-FEF276B6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1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3889-EE86-A32C-83EE-F0CF000B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3E6A-E5C4-2D6D-3F5C-657BFD87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B3B2-4AF7-0B5C-8B3C-2D3FE5EE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1ECC8-CB91-2D4E-644E-6EBF0151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C6C1-7FF7-C5F0-E9B7-83FCE7CD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8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A7347-45AF-2999-CEE4-7BC14CC1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4B066-5408-4A92-9451-99A3124E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C0C3E-5492-EF66-74C1-7CB2E14B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DE134-9A65-B302-FDDA-2913688D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70C1-34E6-EE6C-FB22-C91C0DD3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2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2ECC6-7F3A-0EFA-26F1-9261DC41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CD7F9-C0D1-4BEB-5A5E-A21D94A4E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2176-8570-9214-8946-64404B264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3C5D2-607B-F065-BC16-8CB5E371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9D686-A05E-428A-EF69-D6DCB8AA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CD7E6-C78B-D0A5-CD6E-DDA546AD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2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E74A-4056-DAA4-7105-00D01C76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68BB7-A75D-AADC-CA9A-08173D90D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74A61-802C-2117-4C1C-E7FCE9C5F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28C14-93AA-DCFB-11A7-D8CC868C5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F743B8-6AE5-DFE8-FB1C-AB8114739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7AA98-5501-4C41-3D09-8F24F728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3A5C0-CB2F-403B-26D7-83543253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46D64-4F7C-AB80-F94C-9D0B6C6F7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6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7D0F-B7D1-6C15-AC93-5C8E285B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81871-B809-41D8-4FF1-688C61FC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66FAF-5A7B-7D3B-707C-A5F7138F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0FB61-7B8F-CDDC-B796-F5CDB7374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4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60F3E2-6310-B9D7-65BC-C444234D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BF51F-5796-C2FB-4D9D-A0F01B59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8F9A4-0C18-68DF-5583-FBB36C13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6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83EF-31FC-04A6-968A-305C7795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0DEE-15C4-82C6-3F90-DDCF9BAC8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BF55A-F611-89F6-93DA-2152B0B95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E496-6879-55B9-02B7-0CBB8ABA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3A04E-B00D-57E6-2606-B181DC55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1DC4B-75BD-D743-963C-4647E195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5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79A8-45CB-54DD-C502-72F2A0840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674D0-93E3-A63D-29DE-CD9582D6C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67047-A1C9-B22D-A491-2D5D5565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78BA3-E237-A408-889E-BA27A186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ADA75-1893-6E07-F0ED-83A4C09B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4B4A2-24F6-EB85-B8C2-3B8D0F38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76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B33A-B5ED-F379-7DBE-E85DEC2B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D357C-B7A8-22CF-D539-471CCE26D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727AB-6B0F-6550-75DF-CF8389D9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8F69-F14C-EDC3-B00F-148F79131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29528-AFA6-042D-D341-A65F992F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1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34547-C9B3-4B63-C6F7-D525BB73B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FDE21-FFD9-7C9E-9DA7-55BEA0772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CC2CA-31BE-6250-F060-86905DA7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5D90-FB60-1D23-F47F-D35FB39A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9C588-75AF-F8CA-9670-058BAF3F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2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F3F7A-64CD-20A7-D399-3D169FCF5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AABEC-D52E-BD2C-438E-93BB2B9B9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79965-A4E5-46E4-9717-5D2CF2F95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5B90F-48F2-1C4C-BAB6-BB4C5E65CF85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E660-13C1-F823-382B-DC82E8DDF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00C16-891F-A264-8BD2-267BAAC39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A46ED-D7B1-7046-9429-DA88DED05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4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C50402C-E922-8D32-04AB-FC53897C8B91}"/>
              </a:ext>
            </a:extLst>
          </p:cNvPr>
          <p:cNvSpPr txBox="1">
            <a:spLocks/>
          </p:cNvSpPr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Making Decisions and Repeating Fun! </a:t>
            </a:r>
          </a:p>
          <a:p>
            <a:pPr algn="l">
              <a:spcAft>
                <a:spcPts val="600"/>
              </a:spcAft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Practice</a:t>
            </a: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CB08100E-8325-EFCC-A401-A9413E40404C}"/>
              </a:ext>
            </a:extLst>
          </p:cNvPr>
          <p:cNvSpPr txBox="1">
            <a:spLocks/>
          </p:cNvSpPr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Introduction to Python Programming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athematics">
            <a:extLst>
              <a:ext uri="{FF2B5EF4-FFF2-40B4-BE49-F238E27FC236}">
                <a16:creationId xmlns:a16="http://schemas.microsoft.com/office/drawing/2014/main" id="{8E99127E-1E61-1472-22A1-73EE7D1A8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2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F902A-E015-7561-3DAD-A03C1551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Assignment 1: Age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50F4A-DBC8-7267-DC9C-02B0AC437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Instruction:</a:t>
            </a:r>
            <a:r>
              <a:rPr lang="en-US" sz="2000"/>
              <a:t> Create a program that categorizes people by age:</a:t>
            </a:r>
          </a:p>
          <a:p>
            <a:pPr lvl="1"/>
            <a:r>
              <a:rPr lang="en-US" sz="2000"/>
              <a:t>0-5: "Toddler"</a:t>
            </a:r>
          </a:p>
          <a:p>
            <a:pPr lvl="1"/>
            <a:r>
              <a:rPr lang="en-US" sz="2000"/>
              <a:t>6-12: "Kid"</a:t>
            </a:r>
          </a:p>
          <a:p>
            <a:pPr lvl="1"/>
            <a:r>
              <a:rPr lang="en-US" sz="2000"/>
              <a:t>13-17: "Teen"</a:t>
            </a:r>
          </a:p>
          <a:p>
            <a:pPr lvl="1"/>
            <a:r>
              <a:rPr lang="en-US" sz="2000"/>
              <a:t>18+: "Adult"</a:t>
            </a:r>
          </a:p>
          <a:p>
            <a:r>
              <a:rPr lang="en-US" sz="2000"/>
              <a:t>Hint: Ask the user for their age and then have the program tell them their category using conditions</a:t>
            </a:r>
          </a:p>
        </p:txBody>
      </p:sp>
      <p:pic>
        <p:nvPicPr>
          <p:cNvPr id="5" name="Picture 4" descr="Numbers and symbols">
            <a:extLst>
              <a:ext uri="{FF2B5EF4-FFF2-40B4-BE49-F238E27FC236}">
                <a16:creationId xmlns:a16="http://schemas.microsoft.com/office/drawing/2014/main" id="{A38B6B54-1505-346F-A3BA-72E23E8738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30" r="1736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58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4A1CE-AD8D-DB9E-7904-CBB93807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Assignment 2: Password Validator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6D29F-32F5-B0D9-72CD-1A49F1AFC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Instruction:</a:t>
            </a:r>
            <a:r>
              <a:rPr lang="en-US" sz="2000" dirty="0"/>
              <a:t> Create a password checker that keeps asking until password meets requirements:</a:t>
            </a:r>
          </a:p>
          <a:p>
            <a:pPr lvl="1"/>
            <a:r>
              <a:rPr lang="en-US" sz="2000" dirty="0"/>
              <a:t>At least 8 characters long </a:t>
            </a:r>
          </a:p>
          <a:p>
            <a:pPr lvl="1"/>
            <a:r>
              <a:rPr lang="en-US" sz="2000" dirty="0"/>
              <a:t>Contains at least one number </a:t>
            </a:r>
          </a:p>
          <a:p>
            <a:pPr lvl="1"/>
            <a:r>
              <a:rPr lang="en-US" sz="2000" dirty="0"/>
              <a:t>Contains at least one uppercase letter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1100" dirty="0"/>
              <a:t>Hint: look up string manipulation in Python on Google to help solve this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ECA56-9006-8838-F7BB-0C7827FA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3427203"/>
            <a:ext cx="5150277" cy="182834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2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529CC-A8B0-10A0-A1CD-15AC9C26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Hangman – Project Analysis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63FC-D5F9-6B7A-E5B8-B59CD7A0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Think about the game Hangman.</a:t>
            </a:r>
          </a:p>
          <a:p>
            <a:r>
              <a:rPr lang="en-US" sz="2400" dirty="0"/>
              <a:t>You are given 6 tries to solve a word by guessing the letters in the word. Now that you know about loops and conditions, think about how you would create a Hangman program. Write down the steps you will take in English.</a:t>
            </a:r>
          </a:p>
        </p:txBody>
      </p:sp>
    </p:spTree>
    <p:extLst>
      <p:ext uri="{BB962C8B-B14F-4D97-AF65-F5344CB8AC3E}">
        <p14:creationId xmlns:p14="http://schemas.microsoft.com/office/powerpoint/2010/main" val="4202504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9D147-CDD2-D322-A1BB-30B49347B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942E4-142D-A067-86D9-5FECAABB3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Instruction:</a:t>
            </a:r>
            <a:r>
              <a:rPr lang="en-US" sz="2400" dirty="0"/>
              <a:t> Create a pizza ordering system:</a:t>
            </a:r>
          </a:p>
          <a:p>
            <a:pPr lvl="1"/>
            <a:r>
              <a:rPr lang="en-US" dirty="0"/>
              <a:t>Keep asking for pizza sizes until user says "done"</a:t>
            </a:r>
          </a:p>
          <a:p>
            <a:pPr lvl="1"/>
            <a:r>
              <a:rPr lang="en-US" dirty="0"/>
              <a:t>Small ($8), Medium ($12), Large ($16)</a:t>
            </a:r>
          </a:p>
          <a:p>
            <a:pPr lvl="1"/>
            <a:r>
              <a:rPr lang="en-US" dirty="0"/>
              <a:t>Add toppings ($1.50 each)</a:t>
            </a:r>
          </a:p>
          <a:p>
            <a:pPr lvl="1"/>
            <a:r>
              <a:rPr lang="en-US" dirty="0"/>
              <a:t>Apply 10% discount for orders over $50</a:t>
            </a:r>
          </a:p>
          <a:p>
            <a:pPr lvl="1"/>
            <a:r>
              <a:rPr lang="en-US" dirty="0"/>
              <a:t>Calculate tax and final total</a:t>
            </a:r>
          </a:p>
          <a:p>
            <a:pPr marL="0" indent="0">
              <a:buNone/>
            </a:pPr>
            <a:r>
              <a:rPr lang="en-US" sz="2400" dirty="0"/>
              <a:t>Hint: use loops, conditions, input, and math operations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19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259</Words>
  <Application>Microsoft Macintosh PowerPoint</Application>
  <PresentationFormat>Widescreen</PresentationFormat>
  <Paragraphs>30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Assignment 1: Age Categories</vt:lpstr>
      <vt:lpstr>Assignment 2: Password Validator</vt:lpstr>
      <vt:lpstr>Hangman – Project Analysis</vt:lpstr>
      <vt:lpstr>Assignment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Blessing Ajibero</dc:creator>
  <cp:lastModifiedBy>Blessing Ajibero</cp:lastModifiedBy>
  <cp:revision>3</cp:revision>
  <dcterms:created xsi:type="dcterms:W3CDTF">2025-08-22T11:23:32Z</dcterms:created>
  <dcterms:modified xsi:type="dcterms:W3CDTF">2025-08-22T11:46:53Z</dcterms:modified>
</cp:coreProperties>
</file>