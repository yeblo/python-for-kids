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Conditions?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Conditions help Python make decisions ✅❌</a:t>
            </a:r>
          </a:p>
          <a:p>
            <a:pPr>
              <a:defRPr sz="2400"/>
            </a:pPr>
            <a:r>
              <a:t>Keywords: if, elif, else</a:t>
            </a:r>
          </a:p>
          <a:p>
            <a:pPr>
              <a:defRPr sz="2400"/>
            </a:pPr>
            <a:r>
              <a:t>Python checks each condition and runs the matching block</a:t>
            </a:r>
          </a:p>
          <a:p>
            <a:pPr>
              <a:defRPr sz="2400"/>
            </a:pPr>
            <a:r>
              <a:t>Example:</a:t>
            </a:r>
          </a:p>
          <a:p>
            <a:pPr>
              <a:defRPr sz="2400"/>
            </a:pPr>
            <a:r>
              <a:t>if score &gt; 80: print('Great job!')</a:t>
            </a:r>
          </a:p>
          <a:p>
            <a:pPr>
              <a:defRPr sz="2400"/>
            </a:pPr>
            <a:r>
              <a:t>elif score &gt; 50: print('Good effort!')</a:t>
            </a:r>
          </a:p>
          <a:p>
            <a:pPr>
              <a:defRPr sz="2400"/>
            </a:pPr>
            <a:r>
              <a:t>else: print('Keep practicing!')</a:t>
            </a:r>
          </a:p>
          <a:p>
            <a:pPr>
              <a:defRPr sz="2400"/>
            </a:pPr>
            <a:r>
              <a:t>Images: crossroads, flowchart, ✅❌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Try Out Conditions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Check if your age is above 13 and print a message 👧👦</a:t>
            </a:r>
          </a:p>
          <a:p>
            <a:pPr>
              <a:defRPr sz="2400"/>
            </a:pPr>
            <a:r>
              <a:t>Ask a friend’s favorite color and respond differently 🎨</a:t>
            </a:r>
          </a:p>
          <a:p>
            <a:pPr>
              <a:defRPr sz="2400"/>
            </a:pPr>
            <a:r>
              <a:t>Write a game: guess a secret number 🎲</a:t>
            </a:r>
          </a:p>
          <a:p>
            <a:pPr>
              <a:defRPr sz="2400"/>
            </a:pPr>
            <a:r>
              <a:t>Images: 🤔 ❓ 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Loops? 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Loops let Python repeat actions without writing them many times</a:t>
            </a:r>
          </a:p>
          <a:p>
            <a:pPr>
              <a:defRPr sz="2400"/>
            </a:pPr>
            <a:r>
              <a:t>Two main types:</a:t>
            </a:r>
          </a:p>
          <a:p>
            <a:pPr>
              <a:defRPr sz="2400"/>
            </a:pPr>
            <a:r>
              <a:t>for loop: repeat a fixed number of times 🔢</a:t>
            </a:r>
          </a:p>
          <a:p>
            <a:pPr>
              <a:defRPr sz="2400"/>
            </a:pPr>
            <a:r>
              <a:t>while loop: repeat until a condition is false ⏳</a:t>
            </a:r>
          </a:p>
          <a:p>
            <a:pPr>
              <a:defRPr sz="2400"/>
            </a:pPr>
            <a:r>
              <a:t>Example: for i in range(3): print('Hello!', i)</a:t>
            </a:r>
          </a:p>
          <a:p>
            <a:pPr>
              <a:defRPr sz="2400"/>
            </a:pPr>
            <a:r>
              <a:t>Example: while count&gt;0: print('Countdown:',count); count-=1</a:t>
            </a:r>
          </a:p>
          <a:p>
            <a:pPr>
              <a:defRPr sz="2400"/>
            </a:pPr>
            <a:r>
              <a:t>Images: 🔁😊 🔃 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 Loop Challenges 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Print your name 10 times ✏️</a:t>
            </a:r>
          </a:p>
          <a:p>
            <a:pPr>
              <a:defRPr sz="2400"/>
            </a:pPr>
            <a:r>
              <a:t>Count up to 20 in steps of 2 📈</a:t>
            </a:r>
          </a:p>
          <a:p>
            <a:pPr>
              <a:defRPr sz="2400"/>
            </a:pPr>
            <a:r>
              <a:t>Loop through a list of your pets and print each one 🐶🐱🐰</a:t>
            </a:r>
          </a:p>
          <a:p>
            <a:pPr>
              <a:defRPr sz="2400"/>
            </a:pPr>
            <a:r>
              <a:t>Use a while loop to count down from 10 ⏬</a:t>
            </a:r>
          </a:p>
          <a:p>
            <a:pPr>
              <a:defRPr sz="2400"/>
            </a:pPr>
            <a:r>
              <a:t>Images: 🎠 🔢 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