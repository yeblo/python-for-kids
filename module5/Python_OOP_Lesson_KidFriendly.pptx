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OOP?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OOP = Object-Oriented Programming</a:t>
            </a:r>
          </a:p>
          <a:p>
            <a:pPr>
              <a:defRPr sz="2400"/>
            </a:pPr>
            <a:r>
              <a:t>Think of objects like real-world things 🎨🧸</a:t>
            </a:r>
          </a:p>
          <a:p>
            <a:pPr>
              <a:defRPr sz="2400"/>
            </a:pPr>
            <a:r>
              <a:t>Each object has attributes (data) and methods (actions)</a:t>
            </a:r>
          </a:p>
          <a:p>
            <a:pPr>
              <a:defRPr sz="2400"/>
            </a:pPr>
            <a:r>
              <a:t>Visuals: toy car 🚗, robot 🤖🔧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Class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class is a blueprint for objects</a:t>
            </a:r>
          </a:p>
          <a:p>
            <a:pPr>
              <a:defRPr sz="2400"/>
            </a:pPr>
            <a:r>
              <a:t>Use class keyword</a:t>
            </a:r>
          </a:p>
          <a:p>
            <a:pPr>
              <a:defRPr sz="2400"/>
            </a:pPr>
            <a:r>
              <a:t>Example: class Dog with name and color attributes</a:t>
            </a:r>
          </a:p>
          <a:p>
            <a:pPr>
              <a:defRPr sz="2400"/>
            </a:pPr>
            <a:r>
              <a:t>Visuals: blueprint 🏗️, cartoon dog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Attributes and Methods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Attributes: things an object knows (name, color)</a:t>
            </a:r>
          </a:p>
          <a:p>
            <a:pPr>
              <a:defRPr sz="2400"/>
            </a:pPr>
            <a:r>
              <a:t>Methods: things an object can do</a:t>
            </a:r>
          </a:p>
          <a:p>
            <a:pPr>
              <a:defRPr sz="2400"/>
            </a:pPr>
            <a:r>
              <a:t>Example: Dog with bark method</a:t>
            </a:r>
          </a:p>
          <a:p>
            <a:pPr>
              <a:defRPr sz="2400"/>
            </a:pPr>
            <a:r>
              <a:t>Visuals: dog with thought bubble 🐶💭, barking 🗯️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 new class can inherit from another class</a:t>
            </a:r>
          </a:p>
          <a:p>
            <a:pPr>
              <a:defRPr sz="2400"/>
            </a:pPr>
            <a:r>
              <a:t>It gets all attributes and methods of the parent class</a:t>
            </a:r>
          </a:p>
          <a:p>
            <a:pPr>
              <a:defRPr sz="2400"/>
            </a:pPr>
            <a:r>
              <a:t>Example: Cat inherits from Animal</a:t>
            </a:r>
          </a:p>
          <a:p>
            <a:pPr>
              <a:defRPr sz="2400"/>
            </a:pPr>
            <a:r>
              <a:t>Visuals: family tree 🌳, cat 🐱🗯️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Time!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Create a Car class with brand and color 🚗</a:t>
            </a:r>
          </a:p>
          <a:p>
            <a:pPr>
              <a:defRPr sz="2400"/>
            </a:pPr>
            <a:r>
              <a:t>Add a method drive() that prints something fun 🚙💨</a:t>
            </a:r>
          </a:p>
          <a:p>
            <a:pPr>
              <a:defRPr sz="2400"/>
            </a:pPr>
            <a:r>
              <a:t>Make a SportsCar class that inherits from Car 🏎️</a:t>
            </a:r>
          </a:p>
          <a:p>
            <a:pPr>
              <a:defRPr sz="2400"/>
            </a:pPr>
            <a:r>
              <a:t>Extra Challenges: Bird class 🐦, Robot class 🤖💃, Book class 📚</a:t>
            </a:r>
          </a:p>
          <a:p>
            <a:pPr>
              <a:defRPr sz="2400"/>
            </a:pPr>
            <a:r>
              <a:t>Bonus: Student 🎓, GameCharacter 🎮⚔️💖, Recipe 🍲, PetShop 🐕🐈🐇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